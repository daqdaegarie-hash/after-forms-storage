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1" r:id="rId1"/>
    <p:sldMasterId id="2147483724" r:id="rId2"/>
    <p:sldMasterId id="2147483749" r:id="rId3"/>
    <p:sldMasterId id="2147483761" r:id="rId4"/>
    <p:sldMasterId id="2147483799" r:id="rId5"/>
    <p:sldMasterId id="2147483811" r:id="rId6"/>
  </p:sldMasterIdLst>
  <p:notesMasterIdLst>
    <p:notesMasterId r:id="rId18"/>
  </p:notesMasterIdLst>
  <p:sldIdLst>
    <p:sldId id="283" r:id="rId7"/>
    <p:sldId id="315" r:id="rId8"/>
    <p:sldId id="316" r:id="rId9"/>
    <p:sldId id="317" r:id="rId10"/>
    <p:sldId id="288" r:id="rId11"/>
    <p:sldId id="318" r:id="rId12"/>
    <p:sldId id="319" r:id="rId13"/>
    <p:sldId id="321" r:id="rId14"/>
    <p:sldId id="325" r:id="rId15"/>
    <p:sldId id="308" r:id="rId16"/>
    <p:sldId id="322" r:id="rId17"/>
  </p:sldIdLst>
  <p:sldSz cx="9144000" cy="6858000" type="screen4x3"/>
  <p:notesSz cx="6858000" cy="9144000"/>
  <p:embeddedFontLst>
    <p:embeddedFont>
      <p:font typeface="HY헤드라인M" panose="02030600000101010101" pitchFamily="18" charset="-127"/>
      <p:regular r:id="rId19"/>
    </p:embeddedFont>
    <p:embeddedFont>
      <p:font typeface="HY견고딕" panose="02030600000101010101" pitchFamily="18" charset="-127"/>
      <p:regular r:id="rId20"/>
    </p:embeddedFont>
    <p:embeddedFont>
      <p:font typeface="맑은 고딕" panose="020B0503020000020004" pitchFamily="50" charset="-127"/>
      <p:regular r:id="rId21"/>
      <p:bold r:id="rId22"/>
    </p:embeddedFont>
  </p:embeddedFontLst>
  <p:defaultTextStyle>
    <a:defPPr>
      <a:defRPr lang="ko-KR"/>
    </a:defPPr>
    <a:lvl1pPr marL="0" indent="0" algn="l" defTabSz="914400">
      <a:buNone/>
      <a:defRPr lang="ko-KR" sz="1800" baseline="0" smtClean="0">
        <a:solidFill>
          <a:srgbClr val="000000"/>
        </a:solidFill>
        <a:latin typeface="±¼¸²"/>
        <a:ea typeface="±¼¸²"/>
      </a:defRPr>
    </a:lvl1pPr>
    <a:lvl2pPr marL="457200" lvl="1" indent="0" defTabSz="914400">
      <a:defRPr lang="ko-KR" smtClean="0"/>
    </a:lvl2pPr>
    <a:lvl3pPr marL="914400" lvl="2" indent="0" defTabSz="914400">
      <a:defRPr lang="ko-KR" smtClean="0"/>
    </a:lvl3pPr>
    <a:lvl4pPr marL="1371600" lvl="3" indent="0" defTabSz="914400">
      <a:defRPr lang="ko-KR" smtClean="0"/>
    </a:lvl4pPr>
    <a:lvl5pPr marL="1828800" lvl="4" indent="0" defTabSz="914400">
      <a:defRPr lang="ko-KR" smtClean="0"/>
    </a:lvl5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D69"/>
    <a:srgbClr val="8A817C"/>
    <a:srgbClr val="FB9E8F"/>
    <a:srgbClr val="D3E8BD"/>
    <a:srgbClr val="D0EADD"/>
    <a:srgbClr val="CEEBE9"/>
    <a:srgbClr val="B8E0E8"/>
    <a:srgbClr val="7ACF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3" autoAdjust="0"/>
    <p:restoredTop sz="96429" autoAdjust="0"/>
  </p:normalViewPr>
  <p:slideViewPr>
    <p:cSldViewPr snapToObjects="1">
      <p:cViewPr varScale="1">
        <p:scale>
          <a:sx n="69" d="100"/>
          <a:sy n="69" d="100"/>
        </p:scale>
        <p:origin x="588" y="72"/>
      </p:cViewPr>
      <p:guideLst>
        <p:guide orient="horz" pos="197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3.fntdata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font" Target="fonts/font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BB113A-ACDF-4E16-BDC4-CEBAF25BFFAC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24429-24E7-4F8B-9830-1293CFB0E80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64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226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4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151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810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519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448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342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104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17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151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666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3"/>
          <p:cNvSpPr>
            <a:spLocks noGrp="1"/>
          </p:cNvSpPr>
          <p:nvPr>
            <p:ph type="pic" sz="quarter" idx="10"/>
          </p:nvPr>
        </p:nvSpPr>
        <p:spPr>
          <a:xfrm>
            <a:off x="251520" y="764704"/>
            <a:ext cx="3086100" cy="365125"/>
          </a:xfrm>
          <a:prstGeom prst="rect">
            <a:avLst/>
          </a:prstGeom>
          <a:blipFill dpi="0" rotWithShape="1">
            <a:blip r:embed="rId2" cstate="print"/>
            <a:srcRect/>
            <a:tile tx="0" ty="0" sx="100000" sy="100000" flip="none" algn="tl"/>
          </a:blipFill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</a:p>
        </p:txBody>
      </p:sp>
    </p:spTree>
    <p:extLst>
      <p:ext uri="{BB962C8B-B14F-4D97-AF65-F5344CB8AC3E}">
        <p14:creationId xmlns:p14="http://schemas.microsoft.com/office/powerpoint/2010/main" val="3636619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 noChangeArrowheads="1"/>
          </p:cNvSpPr>
          <p:nvPr>
            <p:ph type="ctrTitle"/>
          </p:nvPr>
        </p:nvSpPr>
        <p:spPr>
          <a:xfrm>
            <a:off x="685800" y="2131060"/>
            <a:ext cx="7773035" cy="147129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44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44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부제목 1"/>
          <p:cNvSpPr txBox="1">
            <a:spLocks noGrp="1" noChangeArrowheads="1"/>
          </p:cNvSpPr>
          <p:nvPr>
            <p:ph type="subTitle" idx="1"/>
          </p:nvPr>
        </p:nvSpPr>
        <p:spPr>
          <a:xfrm>
            <a:off x="1371600" y="3885565"/>
            <a:ext cx="6401435" cy="175577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2400">
                <a:solidFill>
                  <a:schemeClr val="tx1"/>
                </a:solidFill>
                <a:latin typeface="맑은 고딕" charset="0"/>
                <a:ea typeface="맑은 고딕" charset="0"/>
              </a:rPr>
              <a:t>클릭하여 마스터 부제목 스타일 편집</a:t>
            </a:r>
            <a:endParaRPr lang="ko-KR" altLang="en-US" sz="24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슬라이드 번호 개체 틀 1"/>
          <p:cNvSpPr txBox="1">
            <a:spLocks noGrp="1" noChangeArrowheads="1"/>
          </p:cNvSpPr>
          <p:nvPr>
            <p:ph type="sldNum" idx="12"/>
          </p:nvPr>
        </p:nvSpPr>
        <p:spPr>
          <a:xfrm>
            <a:off x="68580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r" defTabSz="508000"/>
            <a:fld id="{B9320F77-B9A0-41C5-862A-B4B631284C64}" type="slidenum">
              <a:rPr lang="en-US" altLang="ko-KR" sz="900" smtClean="0">
                <a:solidFill>
                  <a:srgbClr val="898989"/>
                </a:solidFill>
              </a:rPr>
              <a:pPr algn="r" defTabSz="508000"/>
              <a:t>‹#›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5" name="날짜 개체 틀 1"/>
          <p:cNvSpPr txBox="1">
            <a:spLocks noGrp="1" noChangeArrowheads="1"/>
          </p:cNvSpPr>
          <p:nvPr>
            <p:ph type="dt" idx="10"/>
          </p:nvPr>
        </p:nvSpPr>
        <p:spPr>
          <a:xfrm>
            <a:off x="4572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defTabSz="508000"/>
            <a:fld id="{B9320F77-B9A0-41C5-862A-B4B631284C64}" type="datetime1">
              <a:rPr lang="en-US" altLang="ko-KR" sz="900" smtClean="0">
                <a:solidFill>
                  <a:srgbClr val="898989"/>
                </a:solidFill>
              </a:rPr>
              <a:pPr defTabSz="508000"/>
              <a:t>4/17/2023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6" name="바닥글 개체 틀 1"/>
          <p:cNvSpPr txBox="1">
            <a:spLocks noGrp="1" noChangeArrowheads="1"/>
          </p:cNvSpPr>
          <p:nvPr>
            <p:ph type="ftr" idx="11"/>
          </p:nvPr>
        </p:nvSpPr>
        <p:spPr>
          <a:xfrm>
            <a:off x="3200400" y="6263640"/>
            <a:ext cx="27438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ctr" defTabSz="508000"/>
            <a:r>
              <a:rPr lang="ko-KR" altLang="en-US" sz="900">
                <a:solidFill>
                  <a:srgbClr val="898989"/>
                </a:solidFill>
              </a:rPr>
              <a:t>바닥글</a:t>
            </a:r>
            <a:endParaRPr lang="ko-KR" altLang="en-US" sz="9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50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>
      <p:transition spd="slow">
        <p:push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 noChangeArrowheads="1"/>
          </p:cNvSpPr>
          <p:nvPr>
            <p:ph type="title"/>
          </p:nvPr>
        </p:nvSpPr>
        <p:spPr>
          <a:xfrm>
            <a:off x="457200" y="274320"/>
            <a:ext cx="82302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44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44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내용 개체 틀 1"/>
          <p:cNvSpPr txBox="1">
            <a:spLocks noGrp="1" noChangeArrowheads="1"/>
          </p:cNvSpPr>
          <p:nvPr>
            <p:ph idx="1"/>
          </p:nvPr>
        </p:nvSpPr>
        <p:spPr>
          <a:xfrm>
            <a:off x="457200" y="1600200"/>
            <a:ext cx="823023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lvl="0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 편집</a:t>
            </a:r>
          </a:p>
          <a:p>
            <a:pPr marL="228600" lvl="1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</a:p>
          <a:p>
            <a:pPr marL="228600" lvl="2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</a:p>
          <a:p>
            <a:pPr marL="228600" lvl="3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</a:p>
          <a:p>
            <a:pPr marL="228600" lvl="4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슬라이드 번호 개체 틀 1"/>
          <p:cNvSpPr txBox="1">
            <a:spLocks noGrp="1" noChangeArrowheads="1"/>
          </p:cNvSpPr>
          <p:nvPr>
            <p:ph type="sldNum" idx="12"/>
          </p:nvPr>
        </p:nvSpPr>
        <p:spPr>
          <a:xfrm>
            <a:off x="68580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r" defTabSz="508000"/>
            <a:fld id="{B9320F77-B9A0-41C5-862A-B4B631284C64}" type="slidenum">
              <a:rPr lang="en-US" altLang="ko-KR" sz="900" smtClean="0">
                <a:solidFill>
                  <a:srgbClr val="898989"/>
                </a:solidFill>
              </a:rPr>
              <a:pPr algn="r" defTabSz="508000"/>
              <a:t>‹#›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5" name="날짜 개체 틀 1"/>
          <p:cNvSpPr txBox="1">
            <a:spLocks noGrp="1" noChangeArrowheads="1"/>
          </p:cNvSpPr>
          <p:nvPr>
            <p:ph type="dt" idx="10"/>
          </p:nvPr>
        </p:nvSpPr>
        <p:spPr>
          <a:xfrm>
            <a:off x="4572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defTabSz="508000"/>
            <a:fld id="{B9320F77-B9A0-41C5-862A-B4B631284C64}" type="datetime1">
              <a:rPr lang="en-US" altLang="ko-KR" sz="900" smtClean="0">
                <a:solidFill>
                  <a:srgbClr val="898989"/>
                </a:solidFill>
              </a:rPr>
              <a:pPr defTabSz="508000"/>
              <a:t>4/17/2023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6" name="바닥글 개체 틀 1"/>
          <p:cNvSpPr txBox="1">
            <a:spLocks noGrp="1" noChangeArrowheads="1"/>
          </p:cNvSpPr>
          <p:nvPr>
            <p:ph type="ftr" idx="11"/>
          </p:nvPr>
        </p:nvSpPr>
        <p:spPr>
          <a:xfrm>
            <a:off x="3200400" y="6263640"/>
            <a:ext cx="27438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ctr" defTabSz="508000"/>
            <a:r>
              <a:rPr lang="ko-KR" altLang="en-US" sz="900">
                <a:solidFill>
                  <a:srgbClr val="898989"/>
                </a:solidFill>
              </a:rPr>
              <a:t>바닥글</a:t>
            </a:r>
            <a:endParaRPr lang="ko-KR" altLang="en-US" sz="9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504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>
      <p:transition spd="slow">
        <p:push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 noChangeArrowheads="1"/>
          </p:cNvSpPr>
          <p:nvPr>
            <p:ph type="title"/>
          </p:nvPr>
        </p:nvSpPr>
        <p:spPr>
          <a:xfrm>
            <a:off x="722630" y="2908300"/>
            <a:ext cx="7771764" cy="14992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40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40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텍스트 개체 틀 1"/>
          <p:cNvSpPr txBox="1">
            <a:spLocks noGrp="1" noChangeArrowheads="1"/>
          </p:cNvSpPr>
          <p:nvPr>
            <p:ph type="body" idx="1"/>
          </p:nvPr>
        </p:nvSpPr>
        <p:spPr>
          <a:xfrm>
            <a:off x="722630" y="4406900"/>
            <a:ext cx="7771764" cy="136207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lv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20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 편집</a:t>
            </a:r>
          </a:p>
        </p:txBody>
      </p:sp>
      <p:sp>
        <p:nvSpPr>
          <p:cNvPr id="4" name="슬라이드 번호 개체 틀 1"/>
          <p:cNvSpPr txBox="1">
            <a:spLocks noGrp="1" noChangeArrowheads="1"/>
          </p:cNvSpPr>
          <p:nvPr>
            <p:ph type="sldNum" idx="12"/>
          </p:nvPr>
        </p:nvSpPr>
        <p:spPr>
          <a:xfrm>
            <a:off x="68580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r" defTabSz="508000"/>
            <a:fld id="{B9320F77-B9A0-41C5-862A-B4B631284C64}" type="slidenum">
              <a:rPr lang="en-US" altLang="ko-KR" sz="900" smtClean="0">
                <a:solidFill>
                  <a:srgbClr val="898989"/>
                </a:solidFill>
              </a:rPr>
              <a:pPr algn="r" defTabSz="508000"/>
              <a:t>‹#›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5" name="날짜 개체 틀 1"/>
          <p:cNvSpPr txBox="1">
            <a:spLocks noGrp="1" noChangeArrowheads="1"/>
          </p:cNvSpPr>
          <p:nvPr>
            <p:ph type="dt" idx="10"/>
          </p:nvPr>
        </p:nvSpPr>
        <p:spPr>
          <a:xfrm>
            <a:off x="4572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defTabSz="508000"/>
            <a:fld id="{B9320F77-B9A0-41C5-862A-B4B631284C64}" type="datetime1">
              <a:rPr lang="en-US" altLang="ko-KR" sz="900" smtClean="0">
                <a:solidFill>
                  <a:srgbClr val="898989"/>
                </a:solidFill>
              </a:rPr>
              <a:pPr defTabSz="508000"/>
              <a:t>4/17/2023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6" name="바닥글 개체 틀 1"/>
          <p:cNvSpPr txBox="1">
            <a:spLocks noGrp="1" noChangeArrowheads="1"/>
          </p:cNvSpPr>
          <p:nvPr>
            <p:ph type="ftr" idx="11"/>
          </p:nvPr>
        </p:nvSpPr>
        <p:spPr>
          <a:xfrm>
            <a:off x="3200400" y="6263640"/>
            <a:ext cx="27438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ctr" defTabSz="508000"/>
            <a:r>
              <a:rPr lang="ko-KR" altLang="en-US" sz="900">
                <a:solidFill>
                  <a:srgbClr val="898989"/>
                </a:solidFill>
              </a:rPr>
              <a:t>바닥글</a:t>
            </a:r>
            <a:endParaRPr lang="ko-KR" altLang="en-US" sz="9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45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>
      <p:transition spd="slow">
        <p:push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 noChangeArrowheads="1"/>
          </p:cNvSpPr>
          <p:nvPr>
            <p:ph type="title"/>
          </p:nvPr>
        </p:nvSpPr>
        <p:spPr>
          <a:xfrm>
            <a:off x="457200" y="274320"/>
            <a:ext cx="82302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44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44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내용 개체 틀 1"/>
          <p:cNvSpPr txBox="1">
            <a:spLocks noGrp="1" noChangeArrowheads="1"/>
          </p:cNvSpPr>
          <p:nvPr>
            <p:ph idx="1"/>
          </p:nvPr>
        </p:nvSpPr>
        <p:spPr>
          <a:xfrm>
            <a:off x="457200" y="1600200"/>
            <a:ext cx="404177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lvl="0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 편집</a:t>
            </a:r>
          </a:p>
          <a:p>
            <a:pPr marL="228600" lvl="1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</a:p>
          <a:p>
            <a:pPr marL="228600" lvl="2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</a:p>
          <a:p>
            <a:pPr marL="228600" lvl="3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</a:p>
          <a:p>
            <a:pPr marL="228600" lvl="4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내용 개체 틀 1"/>
          <p:cNvSpPr txBox="1">
            <a:spLocks noGrp="1" noChangeArrowheads="1"/>
          </p:cNvSpPr>
          <p:nvPr>
            <p:ph idx="2"/>
          </p:nvPr>
        </p:nvSpPr>
        <p:spPr>
          <a:xfrm>
            <a:off x="4645025" y="1600200"/>
            <a:ext cx="404177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lvl="0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 편집</a:t>
            </a:r>
          </a:p>
          <a:p>
            <a:pPr marL="228600" lvl="1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</a:p>
          <a:p>
            <a:pPr marL="228600" lvl="2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</a:p>
          <a:p>
            <a:pPr marL="228600" lvl="3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</a:p>
          <a:p>
            <a:pPr marL="228600" lvl="4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" name="슬라이드 번호 개체 틀 1"/>
          <p:cNvSpPr txBox="1">
            <a:spLocks noGrp="1" noChangeArrowheads="1"/>
          </p:cNvSpPr>
          <p:nvPr>
            <p:ph type="sldNum" idx="12"/>
          </p:nvPr>
        </p:nvSpPr>
        <p:spPr>
          <a:xfrm>
            <a:off x="68580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r" defTabSz="508000"/>
            <a:fld id="{B9320F77-B9A0-41C5-862A-B4B631284C64}" type="slidenum">
              <a:rPr lang="en-US" altLang="ko-KR" sz="900" smtClean="0">
                <a:solidFill>
                  <a:srgbClr val="898989"/>
                </a:solidFill>
              </a:rPr>
              <a:pPr algn="r" defTabSz="508000"/>
              <a:t>‹#›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6" name="날짜 개체 틀 1"/>
          <p:cNvSpPr txBox="1">
            <a:spLocks noGrp="1" noChangeArrowheads="1"/>
          </p:cNvSpPr>
          <p:nvPr>
            <p:ph type="dt" idx="10"/>
          </p:nvPr>
        </p:nvSpPr>
        <p:spPr>
          <a:xfrm>
            <a:off x="4572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defTabSz="508000"/>
            <a:fld id="{B9320F77-B9A0-41C5-862A-B4B631284C64}" type="datetime1">
              <a:rPr lang="en-US" altLang="ko-KR" sz="900" smtClean="0">
                <a:solidFill>
                  <a:srgbClr val="898989"/>
                </a:solidFill>
              </a:rPr>
              <a:pPr defTabSz="508000"/>
              <a:t>4/17/2023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7" name="바닥글 개체 틀 1"/>
          <p:cNvSpPr txBox="1">
            <a:spLocks noGrp="1" noChangeArrowheads="1"/>
          </p:cNvSpPr>
          <p:nvPr>
            <p:ph type="ftr" idx="11"/>
          </p:nvPr>
        </p:nvSpPr>
        <p:spPr>
          <a:xfrm>
            <a:off x="3200400" y="6263640"/>
            <a:ext cx="27438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ctr" defTabSz="508000"/>
            <a:r>
              <a:rPr lang="ko-KR" altLang="en-US" sz="900">
                <a:solidFill>
                  <a:srgbClr val="898989"/>
                </a:solidFill>
              </a:rPr>
              <a:t>바닥글</a:t>
            </a:r>
            <a:endParaRPr lang="ko-KR" altLang="en-US" sz="9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547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>
      <p:transition spd="slow">
        <p:push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 noChangeArrowheads="1"/>
          </p:cNvSpPr>
          <p:nvPr>
            <p:ph type="title"/>
          </p:nvPr>
        </p:nvSpPr>
        <p:spPr>
          <a:xfrm>
            <a:off x="457200" y="274320"/>
            <a:ext cx="82302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44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44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텍스트 개체 틀 1"/>
          <p:cNvSpPr txBox="1">
            <a:spLocks noGrp="1" noChangeArrowheads="1"/>
          </p:cNvSpPr>
          <p:nvPr>
            <p:ph type="body" idx="1"/>
          </p:nvPr>
        </p:nvSpPr>
        <p:spPr>
          <a:xfrm>
            <a:off x="457200" y="1536700"/>
            <a:ext cx="4041775" cy="64071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lv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24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 편집</a:t>
            </a:r>
          </a:p>
        </p:txBody>
      </p:sp>
      <p:sp>
        <p:nvSpPr>
          <p:cNvPr id="4" name="텍스트 개체 틀 1"/>
          <p:cNvSpPr txBox="1">
            <a:spLocks noGrp="1" noChangeArrowheads="1"/>
          </p:cNvSpPr>
          <p:nvPr>
            <p:ph type="body" idx="2"/>
          </p:nvPr>
        </p:nvSpPr>
        <p:spPr>
          <a:xfrm>
            <a:off x="4645025" y="1536700"/>
            <a:ext cx="4041775" cy="64071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lv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24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 편집</a:t>
            </a:r>
          </a:p>
        </p:txBody>
      </p:sp>
      <p:sp>
        <p:nvSpPr>
          <p:cNvPr id="5" name="내용 개체 틀 1"/>
          <p:cNvSpPr txBox="1">
            <a:spLocks noGrp="1" noChangeArrowheads="1"/>
          </p:cNvSpPr>
          <p:nvPr>
            <p:ph idx="3"/>
          </p:nvPr>
        </p:nvSpPr>
        <p:spPr>
          <a:xfrm>
            <a:off x="457200" y="2176145"/>
            <a:ext cx="4041775" cy="395033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lvl="0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 편집</a:t>
            </a:r>
          </a:p>
          <a:p>
            <a:pPr marL="228600" lvl="1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</a:p>
          <a:p>
            <a:pPr marL="228600" lvl="2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</a:p>
          <a:p>
            <a:pPr marL="228600" lvl="3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</a:p>
          <a:p>
            <a:pPr marL="228600" lvl="4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내용 개체 틀 1"/>
          <p:cNvSpPr txBox="1">
            <a:spLocks noGrp="1" noChangeArrowheads="1"/>
          </p:cNvSpPr>
          <p:nvPr>
            <p:ph idx="4"/>
          </p:nvPr>
        </p:nvSpPr>
        <p:spPr>
          <a:xfrm>
            <a:off x="4645025" y="2176145"/>
            <a:ext cx="4041775" cy="395033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lvl="0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 편집</a:t>
            </a:r>
          </a:p>
          <a:p>
            <a:pPr marL="228600" lvl="1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</a:p>
          <a:p>
            <a:pPr marL="228600" lvl="2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</a:p>
          <a:p>
            <a:pPr marL="228600" lvl="3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</a:p>
          <a:p>
            <a:pPr marL="228600" lvl="4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" name="슬라이드 번호 개체 틀 1"/>
          <p:cNvSpPr txBox="1">
            <a:spLocks noGrp="1" noChangeArrowheads="1"/>
          </p:cNvSpPr>
          <p:nvPr>
            <p:ph type="sldNum" idx="12"/>
          </p:nvPr>
        </p:nvSpPr>
        <p:spPr>
          <a:xfrm>
            <a:off x="68580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r" defTabSz="508000"/>
            <a:fld id="{B9320F77-B9A0-41C5-862A-B4B631284C64}" type="slidenum">
              <a:rPr lang="en-US" altLang="ko-KR" sz="900" smtClean="0">
                <a:solidFill>
                  <a:srgbClr val="898989"/>
                </a:solidFill>
              </a:rPr>
              <a:pPr algn="r" defTabSz="508000"/>
              <a:t>‹#›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8" name="날짜 개체 틀 1"/>
          <p:cNvSpPr txBox="1">
            <a:spLocks noGrp="1" noChangeArrowheads="1"/>
          </p:cNvSpPr>
          <p:nvPr>
            <p:ph type="dt" idx="10"/>
          </p:nvPr>
        </p:nvSpPr>
        <p:spPr>
          <a:xfrm>
            <a:off x="4572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defTabSz="508000"/>
            <a:fld id="{B9320F77-B9A0-41C5-862A-B4B631284C64}" type="datetime1">
              <a:rPr lang="en-US" altLang="ko-KR" sz="900" smtClean="0">
                <a:solidFill>
                  <a:srgbClr val="898989"/>
                </a:solidFill>
              </a:rPr>
              <a:pPr defTabSz="508000"/>
              <a:t>4/17/2023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9" name="바닥글 개체 틀 1"/>
          <p:cNvSpPr txBox="1">
            <a:spLocks noGrp="1" noChangeArrowheads="1"/>
          </p:cNvSpPr>
          <p:nvPr>
            <p:ph type="ftr" idx="11"/>
          </p:nvPr>
        </p:nvSpPr>
        <p:spPr>
          <a:xfrm>
            <a:off x="3200400" y="6263640"/>
            <a:ext cx="27438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ctr" defTabSz="508000"/>
            <a:r>
              <a:rPr lang="ko-KR" altLang="en-US" sz="900">
                <a:solidFill>
                  <a:srgbClr val="898989"/>
                </a:solidFill>
              </a:rPr>
              <a:t>바닥글</a:t>
            </a:r>
            <a:endParaRPr lang="ko-KR" altLang="en-US" sz="9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37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>
      <p:transition spd="slow">
        <p:push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 noChangeArrowheads="1"/>
          </p:cNvSpPr>
          <p:nvPr>
            <p:ph type="title"/>
          </p:nvPr>
        </p:nvSpPr>
        <p:spPr>
          <a:xfrm>
            <a:off x="457200" y="274320"/>
            <a:ext cx="82302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44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44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슬라이드 번호 개체 틀 1"/>
          <p:cNvSpPr txBox="1">
            <a:spLocks noGrp="1" noChangeArrowheads="1"/>
          </p:cNvSpPr>
          <p:nvPr>
            <p:ph type="sldNum" idx="12"/>
          </p:nvPr>
        </p:nvSpPr>
        <p:spPr>
          <a:xfrm>
            <a:off x="68580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r" defTabSz="508000"/>
            <a:fld id="{B9320F77-B9A0-41C5-862A-B4B631284C64}" type="slidenum">
              <a:rPr lang="en-US" altLang="ko-KR" sz="900" smtClean="0">
                <a:solidFill>
                  <a:srgbClr val="898989"/>
                </a:solidFill>
              </a:rPr>
              <a:pPr algn="r" defTabSz="508000"/>
              <a:t>‹#›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4" name="날짜 개체 틀 1"/>
          <p:cNvSpPr txBox="1">
            <a:spLocks noGrp="1" noChangeArrowheads="1"/>
          </p:cNvSpPr>
          <p:nvPr>
            <p:ph type="dt" idx="10"/>
          </p:nvPr>
        </p:nvSpPr>
        <p:spPr>
          <a:xfrm>
            <a:off x="4572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defTabSz="508000"/>
            <a:fld id="{B9320F77-B9A0-41C5-862A-B4B631284C64}" type="datetime1">
              <a:rPr lang="en-US" altLang="ko-KR" sz="900" smtClean="0">
                <a:solidFill>
                  <a:srgbClr val="898989"/>
                </a:solidFill>
              </a:rPr>
              <a:pPr defTabSz="508000"/>
              <a:t>4/17/2023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5" name="바닥글 개체 틀 1"/>
          <p:cNvSpPr txBox="1">
            <a:spLocks noGrp="1" noChangeArrowheads="1"/>
          </p:cNvSpPr>
          <p:nvPr>
            <p:ph type="ftr" idx="11"/>
          </p:nvPr>
        </p:nvSpPr>
        <p:spPr>
          <a:xfrm>
            <a:off x="3200400" y="6263640"/>
            <a:ext cx="27438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ctr" defTabSz="508000"/>
            <a:r>
              <a:rPr lang="ko-KR" altLang="en-US" sz="900">
                <a:solidFill>
                  <a:srgbClr val="898989"/>
                </a:solidFill>
              </a:rPr>
              <a:t>바닥글</a:t>
            </a:r>
            <a:endParaRPr lang="ko-KR" altLang="en-US" sz="9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461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>
      <p:transition spd="slow">
        <p:push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 txBox="1">
            <a:spLocks noGrp="1" noChangeArrowheads="1"/>
          </p:cNvSpPr>
          <p:nvPr>
            <p:ph type="sldNum" idx="12"/>
          </p:nvPr>
        </p:nvSpPr>
        <p:spPr>
          <a:xfrm>
            <a:off x="68580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r" defTabSz="508000"/>
            <a:fld id="{B9320F77-B9A0-41C5-862A-B4B631284C64}" type="slidenum">
              <a:rPr lang="en-US" altLang="ko-KR" sz="900" smtClean="0">
                <a:solidFill>
                  <a:srgbClr val="898989"/>
                </a:solidFill>
              </a:rPr>
              <a:pPr algn="r" defTabSz="508000"/>
              <a:t>‹#›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3" name="날짜 개체 틀 1"/>
          <p:cNvSpPr txBox="1">
            <a:spLocks noGrp="1" noChangeArrowheads="1"/>
          </p:cNvSpPr>
          <p:nvPr>
            <p:ph type="dt" idx="10"/>
          </p:nvPr>
        </p:nvSpPr>
        <p:spPr>
          <a:xfrm>
            <a:off x="4572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defTabSz="508000"/>
            <a:fld id="{B9320F77-B9A0-41C5-862A-B4B631284C64}" type="datetime1">
              <a:rPr lang="en-US" altLang="ko-KR" sz="900" smtClean="0">
                <a:solidFill>
                  <a:srgbClr val="898989"/>
                </a:solidFill>
              </a:rPr>
              <a:pPr defTabSz="508000"/>
              <a:t>4/17/2023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4" name="바닥글 개체 틀 1"/>
          <p:cNvSpPr txBox="1">
            <a:spLocks noGrp="1" noChangeArrowheads="1"/>
          </p:cNvSpPr>
          <p:nvPr>
            <p:ph type="ftr" idx="11"/>
          </p:nvPr>
        </p:nvSpPr>
        <p:spPr>
          <a:xfrm>
            <a:off x="3200400" y="6263640"/>
            <a:ext cx="27438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ctr" defTabSz="508000"/>
            <a:r>
              <a:rPr lang="ko-KR" altLang="en-US" sz="900">
                <a:solidFill>
                  <a:srgbClr val="898989"/>
                </a:solidFill>
              </a:rPr>
              <a:t>바닥글</a:t>
            </a:r>
            <a:endParaRPr lang="ko-KR" altLang="en-US" sz="9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>
      <p:transition spd="slow">
        <p:push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 noChangeArrowheads="1"/>
          </p:cNvSpPr>
          <p:nvPr>
            <p:ph type="title"/>
          </p:nvPr>
        </p:nvSpPr>
        <p:spPr>
          <a:xfrm>
            <a:off x="457200" y="274320"/>
            <a:ext cx="3009265" cy="116141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20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20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내용 개체 틀 1"/>
          <p:cNvSpPr txBox="1">
            <a:spLocks noGrp="1" noChangeArrowheads="1"/>
          </p:cNvSpPr>
          <p:nvPr>
            <p:ph idx="1"/>
          </p:nvPr>
        </p:nvSpPr>
        <p:spPr>
          <a:xfrm>
            <a:off x="3575685" y="457200"/>
            <a:ext cx="5111115" cy="548703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lvl="0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 편집</a:t>
            </a:r>
          </a:p>
          <a:p>
            <a:pPr marL="228600" lvl="1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</a:p>
          <a:p>
            <a:pPr marL="228600" lvl="2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</a:p>
          <a:p>
            <a:pPr marL="228600" lvl="3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</a:p>
          <a:p>
            <a:pPr marL="228600" lvl="4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개체 틀 1"/>
          <p:cNvSpPr txBox="1">
            <a:spLocks noGrp="1" noChangeArrowheads="1"/>
          </p:cNvSpPr>
          <p:nvPr>
            <p:ph type="body" idx="2"/>
          </p:nvPr>
        </p:nvSpPr>
        <p:spPr>
          <a:xfrm>
            <a:off x="457200" y="1435735"/>
            <a:ext cx="3009265" cy="469074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lv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 편집</a:t>
            </a:r>
          </a:p>
        </p:txBody>
      </p:sp>
      <p:sp>
        <p:nvSpPr>
          <p:cNvPr id="5" name="슬라이드 번호 개체 틀 1"/>
          <p:cNvSpPr txBox="1">
            <a:spLocks noGrp="1" noChangeArrowheads="1"/>
          </p:cNvSpPr>
          <p:nvPr>
            <p:ph type="sldNum" idx="12"/>
          </p:nvPr>
        </p:nvSpPr>
        <p:spPr>
          <a:xfrm>
            <a:off x="68580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r" defTabSz="508000"/>
            <a:fld id="{B9320F77-B9A0-41C5-862A-B4B631284C64}" type="slidenum">
              <a:rPr lang="en-US" altLang="ko-KR" sz="900" smtClean="0">
                <a:solidFill>
                  <a:srgbClr val="898989"/>
                </a:solidFill>
              </a:rPr>
              <a:pPr algn="r" defTabSz="508000"/>
              <a:t>‹#›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6" name="날짜 개체 틀 1"/>
          <p:cNvSpPr txBox="1">
            <a:spLocks noGrp="1" noChangeArrowheads="1"/>
          </p:cNvSpPr>
          <p:nvPr>
            <p:ph type="dt" idx="10"/>
          </p:nvPr>
        </p:nvSpPr>
        <p:spPr>
          <a:xfrm>
            <a:off x="4572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defTabSz="508000"/>
            <a:fld id="{B9320F77-B9A0-41C5-862A-B4B631284C64}" type="datetime1">
              <a:rPr lang="en-US" altLang="ko-KR" sz="900" smtClean="0">
                <a:solidFill>
                  <a:srgbClr val="898989"/>
                </a:solidFill>
              </a:rPr>
              <a:pPr defTabSz="508000"/>
              <a:t>4/17/2023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7" name="바닥글 개체 틀 1"/>
          <p:cNvSpPr txBox="1">
            <a:spLocks noGrp="1" noChangeArrowheads="1"/>
          </p:cNvSpPr>
          <p:nvPr>
            <p:ph type="ftr" idx="11"/>
          </p:nvPr>
        </p:nvSpPr>
        <p:spPr>
          <a:xfrm>
            <a:off x="3200400" y="6263640"/>
            <a:ext cx="27438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ctr" defTabSz="508000"/>
            <a:r>
              <a:rPr lang="ko-KR" altLang="en-US" sz="900">
                <a:solidFill>
                  <a:srgbClr val="898989"/>
                </a:solidFill>
              </a:rPr>
              <a:t>바닥글</a:t>
            </a:r>
            <a:endParaRPr lang="ko-KR" altLang="en-US" sz="9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191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>
      <p:transition spd="slow">
        <p:push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 noChangeArrowheads="1"/>
          </p:cNvSpPr>
          <p:nvPr>
            <p:ph type="title"/>
          </p:nvPr>
        </p:nvSpPr>
        <p:spPr>
          <a:xfrm>
            <a:off x="457200" y="274320"/>
            <a:ext cx="3009265" cy="116141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20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20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텍스트 개체 틀 1"/>
          <p:cNvSpPr txBox="1">
            <a:spLocks noGrp="1" noChangeArrowheads="1"/>
          </p:cNvSpPr>
          <p:nvPr>
            <p:ph type="body" idx="1"/>
          </p:nvPr>
        </p:nvSpPr>
        <p:spPr>
          <a:xfrm>
            <a:off x="457200" y="1435735"/>
            <a:ext cx="3009265" cy="469074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lv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 편집</a:t>
            </a:r>
          </a:p>
        </p:txBody>
      </p:sp>
      <p:sp>
        <p:nvSpPr>
          <p:cNvPr id="4" name="그림 개체 틀 1"/>
          <p:cNvSpPr txBox="1">
            <a:spLocks noGrp="1" noChangeArrowheads="1"/>
          </p:cNvSpPr>
          <p:nvPr>
            <p:ph type="pic" idx="2"/>
          </p:nvPr>
        </p:nvSpPr>
        <p:spPr>
          <a:xfrm>
            <a:off x="3575685" y="457200"/>
            <a:ext cx="5111115" cy="548703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2000">
                <a:solidFill>
                  <a:schemeClr val="tx1"/>
                </a:solidFill>
                <a:latin typeface="맑은 고딕" charset="0"/>
                <a:ea typeface="맑은 고딕" charset="0"/>
              </a:rPr>
              <a:t>그림을 추가하려면 아이콘을 클릭하십시오</a:t>
            </a:r>
            <a:endParaRPr lang="ko-KR" altLang="en-US" sz="20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" name="슬라이드 번호 개체 틀 1"/>
          <p:cNvSpPr txBox="1">
            <a:spLocks noGrp="1" noChangeArrowheads="1"/>
          </p:cNvSpPr>
          <p:nvPr>
            <p:ph type="sldNum" idx="12"/>
          </p:nvPr>
        </p:nvSpPr>
        <p:spPr>
          <a:xfrm>
            <a:off x="68580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r" defTabSz="508000"/>
            <a:fld id="{B9320F77-B9A0-41C5-862A-B4B631284C64}" type="slidenum">
              <a:rPr lang="en-US" altLang="ko-KR" sz="900" smtClean="0">
                <a:solidFill>
                  <a:srgbClr val="898989"/>
                </a:solidFill>
              </a:rPr>
              <a:pPr algn="r" defTabSz="508000"/>
              <a:t>‹#›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6" name="날짜 개체 틀 1"/>
          <p:cNvSpPr txBox="1">
            <a:spLocks noGrp="1" noChangeArrowheads="1"/>
          </p:cNvSpPr>
          <p:nvPr>
            <p:ph type="dt" idx="10"/>
          </p:nvPr>
        </p:nvSpPr>
        <p:spPr>
          <a:xfrm>
            <a:off x="4572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defTabSz="508000"/>
            <a:fld id="{B9320F77-B9A0-41C5-862A-B4B631284C64}" type="datetime1">
              <a:rPr lang="en-US" altLang="ko-KR" sz="900" smtClean="0">
                <a:solidFill>
                  <a:srgbClr val="898989"/>
                </a:solidFill>
              </a:rPr>
              <a:pPr defTabSz="508000"/>
              <a:t>4/17/2023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7" name="바닥글 개체 틀 1"/>
          <p:cNvSpPr txBox="1">
            <a:spLocks noGrp="1" noChangeArrowheads="1"/>
          </p:cNvSpPr>
          <p:nvPr>
            <p:ph type="ftr" idx="11"/>
          </p:nvPr>
        </p:nvSpPr>
        <p:spPr>
          <a:xfrm>
            <a:off x="3200400" y="6263640"/>
            <a:ext cx="27438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ctr" defTabSz="508000"/>
            <a:r>
              <a:rPr lang="ko-KR" altLang="en-US" sz="900">
                <a:solidFill>
                  <a:srgbClr val="898989"/>
                </a:solidFill>
              </a:rPr>
              <a:t>바닥글</a:t>
            </a:r>
            <a:endParaRPr lang="ko-KR" altLang="en-US" sz="9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9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>
      <p:transition spd="slow">
        <p:push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 noChangeArrowheads="1"/>
          </p:cNvSpPr>
          <p:nvPr>
            <p:ph type="title"/>
          </p:nvPr>
        </p:nvSpPr>
        <p:spPr>
          <a:xfrm>
            <a:off x="457200" y="274320"/>
            <a:ext cx="82302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44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44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세로 텍스트 개체 틀 1"/>
          <p:cNvSpPr txBox="1">
            <a:spLocks noGrp="1" noChangeArrowheads="1"/>
          </p:cNvSpPr>
          <p:nvPr>
            <p:ph type="body" orient="vert" idx="1"/>
          </p:nvPr>
        </p:nvSpPr>
        <p:spPr>
          <a:xfrm>
            <a:off x="457200" y="1600200"/>
            <a:ext cx="8230235" cy="4526915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228600" lvl="0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 편집</a:t>
            </a:r>
          </a:p>
          <a:p>
            <a:pPr marL="228600" lvl="1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</a:p>
          <a:p>
            <a:pPr marL="228600" lvl="2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</a:p>
          <a:p>
            <a:pPr marL="228600" lvl="3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</a:p>
          <a:p>
            <a:pPr marL="228600" lvl="4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슬라이드 번호 개체 틀 1"/>
          <p:cNvSpPr txBox="1">
            <a:spLocks noGrp="1" noChangeArrowheads="1"/>
          </p:cNvSpPr>
          <p:nvPr>
            <p:ph type="sldNum" idx="12"/>
          </p:nvPr>
        </p:nvSpPr>
        <p:spPr>
          <a:xfrm>
            <a:off x="68580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r" defTabSz="508000"/>
            <a:fld id="{B9320F77-B9A0-41C5-862A-B4B631284C64}" type="slidenum">
              <a:rPr lang="en-US" altLang="ko-KR" sz="900" smtClean="0">
                <a:solidFill>
                  <a:srgbClr val="898989"/>
                </a:solidFill>
              </a:rPr>
              <a:pPr algn="r" defTabSz="508000"/>
              <a:t>‹#›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5" name="날짜 개체 틀 1"/>
          <p:cNvSpPr txBox="1">
            <a:spLocks noGrp="1" noChangeArrowheads="1"/>
          </p:cNvSpPr>
          <p:nvPr>
            <p:ph type="dt" idx="10"/>
          </p:nvPr>
        </p:nvSpPr>
        <p:spPr>
          <a:xfrm>
            <a:off x="4572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defTabSz="508000"/>
            <a:fld id="{B9320F77-B9A0-41C5-862A-B4B631284C64}" type="datetime1">
              <a:rPr lang="en-US" altLang="ko-KR" sz="900" smtClean="0">
                <a:solidFill>
                  <a:srgbClr val="898989"/>
                </a:solidFill>
              </a:rPr>
              <a:pPr defTabSz="508000"/>
              <a:t>4/17/2023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6" name="바닥글 개체 틀 1"/>
          <p:cNvSpPr txBox="1">
            <a:spLocks noGrp="1" noChangeArrowheads="1"/>
          </p:cNvSpPr>
          <p:nvPr>
            <p:ph type="ftr" idx="11"/>
          </p:nvPr>
        </p:nvSpPr>
        <p:spPr>
          <a:xfrm>
            <a:off x="3200400" y="6263640"/>
            <a:ext cx="27438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ctr" defTabSz="508000"/>
            <a:r>
              <a:rPr lang="ko-KR" altLang="en-US" sz="900">
                <a:solidFill>
                  <a:srgbClr val="898989"/>
                </a:solidFill>
              </a:rPr>
              <a:t>바닥글</a:t>
            </a:r>
            <a:endParaRPr lang="ko-KR" altLang="en-US" sz="9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90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>
      <p:transition spd="slow">
        <p:push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 txBox="1">
            <a:spLocks noGrp="1" noChangeArrowheads="1"/>
          </p:cNvSpPr>
          <p:nvPr>
            <p:ph type="title" orient="vert"/>
          </p:nvPr>
        </p:nvSpPr>
        <p:spPr>
          <a:xfrm>
            <a:off x="6629400" y="274320"/>
            <a:ext cx="2058035" cy="5852795"/>
          </a:xfrm>
          <a:prstGeom prst="rect">
            <a:avLst/>
          </a:prstGeom>
        </p:spPr>
        <p:txBody>
          <a:bodyPr vert="eaVert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44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44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세로 텍스트 개체 틀 1"/>
          <p:cNvSpPr txBox="1">
            <a:spLocks noGrp="1" noChangeArrowheads="1"/>
          </p:cNvSpPr>
          <p:nvPr>
            <p:ph type="body" orient="vert" idx="1"/>
          </p:nvPr>
        </p:nvSpPr>
        <p:spPr>
          <a:xfrm>
            <a:off x="457200" y="274320"/>
            <a:ext cx="6025515" cy="5852795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228600" lvl="0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 편집</a:t>
            </a:r>
          </a:p>
          <a:p>
            <a:pPr marL="228600" lvl="1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</a:p>
          <a:p>
            <a:pPr marL="228600" lvl="2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</a:p>
          <a:p>
            <a:pPr marL="228600" lvl="3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</a:p>
          <a:p>
            <a:pPr marL="228600" lvl="4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ko-KR" altLang="en-US" sz="280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슬라이드 번호 개체 틀 1"/>
          <p:cNvSpPr txBox="1">
            <a:spLocks noGrp="1" noChangeArrowheads="1"/>
          </p:cNvSpPr>
          <p:nvPr>
            <p:ph type="sldNum" idx="12"/>
          </p:nvPr>
        </p:nvSpPr>
        <p:spPr>
          <a:xfrm>
            <a:off x="68580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r" defTabSz="508000"/>
            <a:fld id="{B9320F77-B9A0-41C5-862A-B4B631284C64}" type="slidenum">
              <a:rPr lang="en-US" altLang="ko-KR" sz="900" smtClean="0">
                <a:solidFill>
                  <a:srgbClr val="898989"/>
                </a:solidFill>
              </a:rPr>
              <a:pPr algn="r" defTabSz="508000"/>
              <a:t>‹#›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5" name="날짜 개체 틀 1"/>
          <p:cNvSpPr txBox="1">
            <a:spLocks noGrp="1" noChangeArrowheads="1"/>
          </p:cNvSpPr>
          <p:nvPr>
            <p:ph type="dt" idx="10"/>
          </p:nvPr>
        </p:nvSpPr>
        <p:spPr>
          <a:xfrm>
            <a:off x="4572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defTabSz="508000"/>
            <a:fld id="{B9320F77-B9A0-41C5-862A-B4B631284C64}" type="datetime1">
              <a:rPr lang="en-US" altLang="ko-KR" sz="900" smtClean="0">
                <a:solidFill>
                  <a:srgbClr val="898989"/>
                </a:solidFill>
              </a:rPr>
              <a:pPr defTabSz="508000"/>
              <a:t>4/17/2023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6" name="바닥글 개체 틀 1"/>
          <p:cNvSpPr txBox="1">
            <a:spLocks noGrp="1" noChangeArrowheads="1"/>
          </p:cNvSpPr>
          <p:nvPr>
            <p:ph type="ftr" idx="11"/>
          </p:nvPr>
        </p:nvSpPr>
        <p:spPr>
          <a:xfrm>
            <a:off x="3200400" y="6263640"/>
            <a:ext cx="27438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algn="ctr" defTabSz="508000"/>
            <a:r>
              <a:rPr lang="ko-KR" altLang="en-US" sz="900">
                <a:solidFill>
                  <a:srgbClr val="898989"/>
                </a:solidFill>
              </a:rPr>
              <a:t>바닥글</a:t>
            </a:r>
            <a:endParaRPr lang="ko-KR" altLang="en-US" sz="9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80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>
      <p:transition spd="slow">
        <p:push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6210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6670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104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627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7269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4861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5392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9616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0209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2054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4535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6701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464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6331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4540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0572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1486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2305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6096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37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4645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0586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3"/>
          <p:cNvSpPr>
            <a:spLocks noGrp="1"/>
          </p:cNvSpPr>
          <p:nvPr>
            <p:ph type="pic" sz="quarter" idx="10"/>
          </p:nvPr>
        </p:nvSpPr>
        <p:spPr>
          <a:xfrm>
            <a:off x="251520" y="764704"/>
            <a:ext cx="3086100" cy="365125"/>
          </a:xfrm>
          <a:prstGeom prst="rect">
            <a:avLst/>
          </a:prstGeom>
          <a:blipFill dpi="0" rotWithShape="1">
            <a:blip r:embed="rId2" cstate="print"/>
            <a:srcRect/>
            <a:tile tx="0" ty="0" sx="100000" sy="100000" flip="none" algn="tl"/>
          </a:blipFill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</a:p>
        </p:txBody>
      </p:sp>
    </p:spTree>
    <p:extLst>
      <p:ext uri="{BB962C8B-B14F-4D97-AF65-F5344CB8AC3E}">
        <p14:creationId xmlns:p14="http://schemas.microsoft.com/office/powerpoint/2010/main" val="33747511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9393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0631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3226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88038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5372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80666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9072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30074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49599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98524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01920E-F5E6-48D3-977D-37E38F5F5772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9F76E41-49AF-41F0-BA72-15392CE80B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96896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7496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62764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633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64209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48713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23534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28621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3662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91010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56409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BEF0C4E-4A18-46DA-BC0D-F2FF0ED24EFA}" type="datetimeFigureOut">
              <a:rPr lang="ko-KR" altLang="en-US" smtClean="0"/>
              <a:pPr/>
              <a:t>2023-04-17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5604EB6-14AE-466D-8C9C-71D011C33EC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38405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3"/>
          <p:cNvSpPr>
            <a:spLocks noGrp="1"/>
          </p:cNvSpPr>
          <p:nvPr>
            <p:ph type="pic" sz="quarter" idx="10"/>
          </p:nvPr>
        </p:nvSpPr>
        <p:spPr>
          <a:xfrm>
            <a:off x="251520" y="764704"/>
            <a:ext cx="3086100" cy="365125"/>
          </a:xfrm>
          <a:prstGeom prst="rect">
            <a:avLst/>
          </a:prstGeom>
          <a:blipFill dpi="0" rotWithShape="1">
            <a:blip r:embed="rId2" cstate="print"/>
            <a:srcRect/>
            <a:tile tx="0" ty="0" sx="100000" sy="100000" flip="none" algn="tl"/>
          </a:blipFill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</a:p>
        </p:txBody>
      </p:sp>
    </p:spTree>
    <p:extLst>
      <p:ext uri="{BB962C8B-B14F-4D97-AF65-F5344CB8AC3E}">
        <p14:creationId xmlns:p14="http://schemas.microsoft.com/office/powerpoint/2010/main" val="294256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1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486649" y="432503"/>
            <a:ext cx="524669" cy="371095"/>
            <a:chOff x="199908" y="43516"/>
            <a:chExt cx="674954" cy="513152"/>
          </a:xfrm>
        </p:grpSpPr>
        <p:grpSp>
          <p:nvGrpSpPr>
            <p:cNvPr id="8" name="그룹 7"/>
            <p:cNvGrpSpPr/>
            <p:nvPr/>
          </p:nvGrpSpPr>
          <p:grpSpPr>
            <a:xfrm>
              <a:off x="251520" y="43516"/>
              <a:ext cx="587627" cy="450752"/>
              <a:chOff x="5303104" y="908719"/>
              <a:chExt cx="1285121" cy="879925"/>
            </a:xfrm>
          </p:grpSpPr>
          <p:sp>
            <p:nvSpPr>
              <p:cNvPr id="10" name="순서도: 지연 9"/>
              <p:cNvSpPr/>
              <p:nvPr/>
            </p:nvSpPr>
            <p:spPr>
              <a:xfrm rot="16200000">
                <a:off x="5505702" y="706121"/>
                <a:ext cx="879925" cy="1285121"/>
              </a:xfrm>
              <a:prstGeom prst="flowChartDelay">
                <a:avLst/>
              </a:prstGeom>
              <a:solidFill>
                <a:srgbClr val="F8E0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1" name="그룹 10"/>
              <p:cNvGrpSpPr/>
              <p:nvPr/>
            </p:nvGrpSpPr>
            <p:grpSpPr>
              <a:xfrm>
                <a:off x="5713914" y="1146997"/>
                <a:ext cx="483768" cy="466871"/>
                <a:chOff x="3655902" y="579407"/>
                <a:chExt cx="1147157" cy="1152128"/>
              </a:xfrm>
            </p:grpSpPr>
            <p:sp>
              <p:nvSpPr>
                <p:cNvPr id="12" name="직사각형 11"/>
                <p:cNvSpPr/>
                <p:nvPr/>
              </p:nvSpPr>
              <p:spPr>
                <a:xfrm>
                  <a:off x="4124273" y="764705"/>
                  <a:ext cx="231700" cy="792086"/>
                </a:xfrm>
                <a:prstGeom prst="rect">
                  <a:avLst/>
                </a:prstGeom>
                <a:solidFill>
                  <a:srgbClr val="5EAB7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" name="직사각형 12"/>
                <p:cNvSpPr/>
                <p:nvPr/>
              </p:nvSpPr>
              <p:spPr>
                <a:xfrm rot="5400000">
                  <a:off x="4132111" y="759426"/>
                  <a:ext cx="231701" cy="792086"/>
                </a:xfrm>
                <a:prstGeom prst="rect">
                  <a:avLst/>
                </a:prstGeom>
                <a:solidFill>
                  <a:srgbClr val="5EAB7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" name="타원 13"/>
                <p:cNvSpPr/>
                <p:nvPr/>
              </p:nvSpPr>
              <p:spPr>
                <a:xfrm>
                  <a:off x="3655902" y="579407"/>
                  <a:ext cx="1147157" cy="1152128"/>
                </a:xfrm>
                <a:prstGeom prst="ellipse">
                  <a:avLst/>
                </a:prstGeom>
                <a:noFill/>
                <a:ln w="19050">
                  <a:solidFill>
                    <a:srgbClr val="5EAB7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9" name="사각형: 둥근 모서리 8"/>
            <p:cNvSpPr/>
            <p:nvPr/>
          </p:nvSpPr>
          <p:spPr>
            <a:xfrm>
              <a:off x="199908" y="465982"/>
              <a:ext cx="674954" cy="90686"/>
            </a:xfrm>
            <a:prstGeom prst="roundRect">
              <a:avLst/>
            </a:prstGeom>
            <a:solidFill>
              <a:srgbClr val="F8E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598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 noChangeArrowheads="1"/>
          </p:cNvSpPr>
          <p:nvPr>
            <p:ph type="title"/>
          </p:nvPr>
        </p:nvSpPr>
        <p:spPr>
          <a:xfrm>
            <a:off x="457200" y="274320"/>
            <a:ext cx="82302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400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44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텍스트 개체 틀 1"/>
          <p:cNvSpPr txBox="1"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3023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en-US" altLang="ko-KR" sz="2800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스타일을 편집합니다</a:t>
            </a:r>
            <a:endParaRPr lang="ko-KR" altLang="en-US" sz="28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685800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en-US" altLang="ko-KR" sz="2400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  <a:endParaRPr lang="ko-KR" altLang="en-US" sz="24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143000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en-US" altLang="ko-KR" sz="2000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  <a:endParaRPr lang="ko-KR" altLang="en-US" sz="20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600200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en-US" altLang="ko-KR" sz="1800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  <a:endParaRPr lang="ko-KR" altLang="en-US" sz="18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2057400" indent="-2286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맑은 고딕"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슬라이드 번호 개체 틀 1"/>
          <p:cNvSpPr txBox="1">
            <a:spLocks noGrp="1" noChangeArrowheads="1"/>
          </p:cNvSpPr>
          <p:nvPr>
            <p:ph type="sldNum" idx="12"/>
          </p:nvPr>
        </p:nvSpPr>
        <p:spPr>
          <a:xfrm>
            <a:off x="68580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marL="0" indent="0" algn="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pPr marL="0" indent="0" algn="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t>‹#›</a:t>
            </a:fld>
            <a:endParaRPr lang="ko-KR" altLang="en-US" sz="18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" name="날짜 개체 틀 1"/>
          <p:cNvSpPr txBox="1">
            <a:spLocks noGrp="1" noChangeArrowheads="1"/>
          </p:cNvSpPr>
          <p:nvPr>
            <p:ph type="dt" idx="2"/>
          </p:nvPr>
        </p:nvSpPr>
        <p:spPr>
          <a:xfrm>
            <a:off x="457200" y="6263640"/>
            <a:ext cx="18294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900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pPr marL="0" indent="0" algn="l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t>2023-04-17</a:t>
            </a:fld>
            <a:endParaRPr lang="ko-KR" altLang="en-US" sz="1800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바닥글 개체 틀 1"/>
          <p:cNvSpPr txBox="1">
            <a:spLocks noGrp="1" noChangeArrowheads="1"/>
          </p:cNvSpPr>
          <p:nvPr>
            <p:ph type="ftr" idx="3"/>
          </p:nvPr>
        </p:nvSpPr>
        <p:spPr>
          <a:xfrm>
            <a:off x="3200400" y="6263640"/>
            <a:ext cx="2743835" cy="457835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900" dirty="0">
                <a:solidFill>
                  <a:srgbClr val="898989"/>
                </a:solidFill>
                <a:latin typeface="맑은 고딕" charset="0"/>
                <a:ea typeface="맑은 고딕" charset="0"/>
              </a:rPr>
              <a:t>바닥글</a:t>
            </a:r>
            <a:endParaRPr lang="ko-KR" altLang="en-US" sz="900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" y="0"/>
            <a:ext cx="9135901" cy="68580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" y="0"/>
            <a:ext cx="9135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70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marL="0" indent="0" algn="ctr" defTabSz="914400" eaLnBrk="1" latinLnBrk="1" hangingPunct="1">
        <a:buNone/>
        <a:defRPr lang="ko-KR" sz="4400" baseline="0" smtClean="0">
          <a:solidFill>
            <a:srgbClr val="000000"/>
          </a:solidFill>
          <a:latin typeface="±¼¸²"/>
          <a:ea typeface="±¼¸²"/>
        </a:defRPr>
      </a:lvl1pPr>
    </p:titleStyle>
    <p:bodyStyle>
      <a:lvl1pPr marL="342900" indent="-342900" algn="l" defTabSz="914400" eaLnBrk="1" latinLnBrk="1" hangingPunct="1">
        <a:spcBef>
          <a:spcPct val="20000"/>
        </a:spcBef>
        <a:buFont typeface="±¼¸²"/>
        <a:buChar char="•"/>
        <a:defRPr lang="ko-KR" sz="2800" baseline="0" smtClean="0">
          <a:solidFill>
            <a:srgbClr val="000000"/>
          </a:solidFill>
          <a:latin typeface="±¼¸²"/>
          <a:ea typeface="±¼¸²"/>
        </a:defRPr>
      </a:lvl1pPr>
      <a:lvl2pPr marL="742950" lvl="1" indent="-285750" defTabSz="914400" eaLnBrk="1" latinLnBrk="1" hangingPunct="1">
        <a:buChar char="-"/>
        <a:defRPr lang="ko-KR" sz="2400" smtClean="0"/>
      </a:lvl2pPr>
      <a:lvl3pPr marL="1143000" lvl="2" indent="-228600" defTabSz="914400" eaLnBrk="1" latinLnBrk="1" hangingPunct="1">
        <a:buChar char="●"/>
        <a:defRPr lang="ko-KR" sz="2000" smtClean="0"/>
      </a:lvl3pPr>
      <a:lvl4pPr marL="1600200" lvl="3" indent="-228600" defTabSz="914400" eaLnBrk="1" latinLnBrk="1" hangingPunct="1">
        <a:buChar char="-"/>
        <a:defRPr lang="ko-KR" sz="1800" smtClean="0"/>
      </a:lvl4pPr>
      <a:lvl5pPr marL="2057400" lvl="4" indent="-228600" defTabSz="914400" eaLnBrk="1" latinLnBrk="1" hangingPunct="1">
        <a:buChar char="»"/>
        <a:defRPr lang="ko-KR" sz="1800" smtClean="0"/>
      </a:lvl5pPr>
    </p:bodyStyle>
    <p:otherStyle>
      <a:lvl1pPr marL="0" indent="0" algn="l" defTabSz="914400" eaLnBrk="1" latinLnBrk="1" hangingPunct="1">
        <a:buNone/>
        <a:defRPr lang="ko-KR" sz="1800" baseline="0" smtClean="0">
          <a:solidFill>
            <a:srgbClr val="000000"/>
          </a:solidFill>
          <a:latin typeface="±¼¸²"/>
          <a:ea typeface="±¼¸²"/>
        </a:defRPr>
      </a:lvl1pPr>
      <a:lvl2pPr marL="457200" lvl="1" indent="0" defTabSz="914400" eaLnBrk="1" latinLnBrk="1" hangingPunct="1">
        <a:defRPr lang="ko-KR" smtClean="0"/>
      </a:lvl2pPr>
      <a:lvl3pPr marL="914400" lvl="2" indent="0" defTabSz="914400" eaLnBrk="1" latinLnBrk="1" hangingPunct="1">
        <a:defRPr lang="ko-KR" smtClean="0"/>
      </a:lvl3pPr>
      <a:lvl4pPr marL="1371600" lvl="3" indent="0" defTabSz="914400" eaLnBrk="1" latinLnBrk="1" hangingPunct="1">
        <a:defRPr lang="ko-KR" smtClean="0"/>
      </a:lvl4pPr>
      <a:lvl5pPr marL="1828800" lvl="4" indent="0" defTabSz="914400" eaLnBrk="1" latinLnBrk="1" hangingPunct="1">
        <a:defRPr lang="ko-KR" smtClean="0"/>
      </a:lvl5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018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486649" y="432503"/>
            <a:ext cx="524669" cy="371095"/>
            <a:chOff x="199908" y="43516"/>
            <a:chExt cx="674954" cy="513152"/>
          </a:xfrm>
        </p:grpSpPr>
        <p:grpSp>
          <p:nvGrpSpPr>
            <p:cNvPr id="8" name="그룹 7"/>
            <p:cNvGrpSpPr/>
            <p:nvPr/>
          </p:nvGrpSpPr>
          <p:grpSpPr>
            <a:xfrm>
              <a:off x="251520" y="43516"/>
              <a:ext cx="587627" cy="450752"/>
              <a:chOff x="5303104" y="908719"/>
              <a:chExt cx="1285121" cy="879925"/>
            </a:xfrm>
          </p:grpSpPr>
          <p:sp>
            <p:nvSpPr>
              <p:cNvPr id="10" name="순서도: 지연 9"/>
              <p:cNvSpPr/>
              <p:nvPr/>
            </p:nvSpPr>
            <p:spPr>
              <a:xfrm rot="16200000">
                <a:off x="5505702" y="706121"/>
                <a:ext cx="879925" cy="1285121"/>
              </a:xfrm>
              <a:prstGeom prst="flowChartDelay">
                <a:avLst/>
              </a:prstGeom>
              <a:solidFill>
                <a:srgbClr val="F8E0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1" name="그룹 10"/>
              <p:cNvGrpSpPr/>
              <p:nvPr/>
            </p:nvGrpSpPr>
            <p:grpSpPr>
              <a:xfrm>
                <a:off x="5713914" y="1146997"/>
                <a:ext cx="483768" cy="466871"/>
                <a:chOff x="3655902" y="579407"/>
                <a:chExt cx="1147157" cy="1152128"/>
              </a:xfrm>
            </p:grpSpPr>
            <p:sp>
              <p:nvSpPr>
                <p:cNvPr id="12" name="직사각형 11"/>
                <p:cNvSpPr/>
                <p:nvPr/>
              </p:nvSpPr>
              <p:spPr>
                <a:xfrm>
                  <a:off x="4124273" y="764705"/>
                  <a:ext cx="231700" cy="792086"/>
                </a:xfrm>
                <a:prstGeom prst="rect">
                  <a:avLst/>
                </a:prstGeom>
                <a:solidFill>
                  <a:srgbClr val="5EAB7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" name="직사각형 12"/>
                <p:cNvSpPr/>
                <p:nvPr/>
              </p:nvSpPr>
              <p:spPr>
                <a:xfrm rot="5400000">
                  <a:off x="4132111" y="759426"/>
                  <a:ext cx="231701" cy="792086"/>
                </a:xfrm>
                <a:prstGeom prst="rect">
                  <a:avLst/>
                </a:prstGeom>
                <a:solidFill>
                  <a:srgbClr val="5EAB7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" name="타원 13"/>
                <p:cNvSpPr/>
                <p:nvPr/>
              </p:nvSpPr>
              <p:spPr>
                <a:xfrm>
                  <a:off x="3655902" y="579407"/>
                  <a:ext cx="1147157" cy="1152128"/>
                </a:xfrm>
                <a:prstGeom prst="ellipse">
                  <a:avLst/>
                </a:prstGeom>
                <a:noFill/>
                <a:ln w="19050">
                  <a:solidFill>
                    <a:srgbClr val="5EAB7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9" name="사각형: 둥근 모서리 8"/>
            <p:cNvSpPr/>
            <p:nvPr/>
          </p:nvSpPr>
          <p:spPr>
            <a:xfrm>
              <a:off x="199908" y="465982"/>
              <a:ext cx="674954" cy="90686"/>
            </a:xfrm>
            <a:prstGeom prst="roundRect">
              <a:avLst/>
            </a:prstGeom>
            <a:solidFill>
              <a:srgbClr val="F8E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2727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857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486649" y="432503"/>
            <a:ext cx="524669" cy="371095"/>
            <a:chOff x="199908" y="43516"/>
            <a:chExt cx="674954" cy="513152"/>
          </a:xfrm>
        </p:grpSpPr>
        <p:grpSp>
          <p:nvGrpSpPr>
            <p:cNvPr id="8" name="그룹 7"/>
            <p:cNvGrpSpPr/>
            <p:nvPr/>
          </p:nvGrpSpPr>
          <p:grpSpPr>
            <a:xfrm>
              <a:off x="251520" y="43516"/>
              <a:ext cx="587627" cy="450752"/>
              <a:chOff x="5303104" y="908719"/>
              <a:chExt cx="1285121" cy="879925"/>
            </a:xfrm>
          </p:grpSpPr>
          <p:sp>
            <p:nvSpPr>
              <p:cNvPr id="10" name="순서도: 지연 9"/>
              <p:cNvSpPr/>
              <p:nvPr/>
            </p:nvSpPr>
            <p:spPr>
              <a:xfrm rot="16200000">
                <a:off x="5505702" y="706121"/>
                <a:ext cx="879925" cy="1285121"/>
              </a:xfrm>
              <a:prstGeom prst="flowChartDelay">
                <a:avLst/>
              </a:prstGeom>
              <a:solidFill>
                <a:srgbClr val="F8E0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1" name="그룹 10"/>
              <p:cNvGrpSpPr/>
              <p:nvPr/>
            </p:nvGrpSpPr>
            <p:grpSpPr>
              <a:xfrm>
                <a:off x="5713914" y="1146997"/>
                <a:ext cx="483768" cy="466871"/>
                <a:chOff x="3655902" y="579407"/>
                <a:chExt cx="1147157" cy="1152128"/>
              </a:xfrm>
            </p:grpSpPr>
            <p:sp>
              <p:nvSpPr>
                <p:cNvPr id="12" name="직사각형 11"/>
                <p:cNvSpPr/>
                <p:nvPr/>
              </p:nvSpPr>
              <p:spPr>
                <a:xfrm>
                  <a:off x="4124273" y="764705"/>
                  <a:ext cx="231700" cy="792086"/>
                </a:xfrm>
                <a:prstGeom prst="rect">
                  <a:avLst/>
                </a:prstGeom>
                <a:solidFill>
                  <a:srgbClr val="5EAB7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" name="직사각형 12"/>
                <p:cNvSpPr/>
                <p:nvPr/>
              </p:nvSpPr>
              <p:spPr>
                <a:xfrm rot="5400000">
                  <a:off x="4132111" y="759426"/>
                  <a:ext cx="231701" cy="792086"/>
                </a:xfrm>
                <a:prstGeom prst="rect">
                  <a:avLst/>
                </a:prstGeom>
                <a:solidFill>
                  <a:srgbClr val="5EAB7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" name="타원 13"/>
                <p:cNvSpPr/>
                <p:nvPr/>
              </p:nvSpPr>
              <p:spPr>
                <a:xfrm>
                  <a:off x="3655902" y="579407"/>
                  <a:ext cx="1147157" cy="1152128"/>
                </a:xfrm>
                <a:prstGeom prst="ellipse">
                  <a:avLst/>
                </a:prstGeom>
                <a:noFill/>
                <a:ln w="19050">
                  <a:solidFill>
                    <a:srgbClr val="5EAB7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9" name="사각형: 둥근 모서리 8"/>
            <p:cNvSpPr/>
            <p:nvPr/>
          </p:nvSpPr>
          <p:spPr>
            <a:xfrm>
              <a:off x="199908" y="465982"/>
              <a:ext cx="674954" cy="90686"/>
            </a:xfrm>
            <a:prstGeom prst="roundRect">
              <a:avLst/>
            </a:prstGeom>
            <a:solidFill>
              <a:srgbClr val="F8E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1332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" y="0"/>
            <a:ext cx="9135901" cy="6858000"/>
          </a:xfrm>
          <a:prstGeom prst="rect">
            <a:avLst/>
          </a:prstGeom>
        </p:spPr>
      </p:pic>
      <p:sp>
        <p:nvSpPr>
          <p:cNvPr id="5" name="텍스트 상자 1"/>
          <p:cNvSpPr txBox="1">
            <a:spLocks noGrp="1" noChangeArrowheads="1"/>
          </p:cNvSpPr>
          <p:nvPr/>
        </p:nvSpPr>
        <p:spPr>
          <a:xfrm>
            <a:off x="541244" y="548680"/>
            <a:ext cx="8131507" cy="2088232"/>
          </a:xfrm>
          <a:prstGeom prst="rect">
            <a:avLst/>
          </a:prstGeom>
          <a:ln w="0">
            <a:noFill/>
            <a:prstDash/>
          </a:ln>
        </p:spPr>
        <p:txBody>
          <a:bodyPr vert="horz" wrap="square" lIns="89535" tIns="46355" rIns="89535" bIns="46355" anchor="t"/>
          <a:lstStyle/>
          <a:p>
            <a:pPr marL="0" indent="0" algn="ctr" defTabSz="5080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4000" dirty="0">
                <a:solidFill>
                  <a:schemeClr val="bg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스마트폰</a:t>
            </a:r>
            <a:r>
              <a:rPr lang="en-US" altLang="ko-KR" sz="4000" dirty="0">
                <a:solidFill>
                  <a:schemeClr val="accent6">
                    <a:lumMod val="7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4000">
                <a:solidFill>
                  <a:srgbClr val="FF6D6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중독</a:t>
            </a:r>
            <a:r>
              <a:rPr lang="ko-KR" altLang="en-US" sz="4000">
                <a:solidFill>
                  <a:srgbClr val="7ACFEC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예방교육자료</a:t>
            </a:r>
            <a:endParaRPr lang="en-US" altLang="ko-KR" sz="2000" dirty="0">
              <a:solidFill>
                <a:srgbClr val="7ACFEC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 algn="ctr" defTabSz="5080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32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약물 및 사이버 중독 예방</a:t>
            </a:r>
          </a:p>
        </p:txBody>
      </p:sp>
    </p:spTree>
    <p:extLst>
      <p:ext uri="{BB962C8B-B14F-4D97-AF65-F5344CB8AC3E}">
        <p14:creationId xmlns:p14="http://schemas.microsoft.com/office/powerpoint/2010/main" val="3844346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26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-4247"/>
            <a:ext cx="9178325" cy="6862247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432048" y="408407"/>
            <a:ext cx="8316416" cy="3024336"/>
          </a:xfrm>
        </p:spPr>
        <p:txBody>
          <a:bodyPr>
            <a:no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최근 중국 </a:t>
            </a:r>
            <a:r>
              <a:rPr lang="en-US" altLang="ko-KR" sz="3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SNS</a:t>
            </a:r>
            <a:r>
              <a:rPr lang="ko-KR" altLang="en-US" sz="3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에서는</a:t>
            </a:r>
            <a:r>
              <a:rPr lang="en-US" altLang="ko-KR" sz="3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sz="3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sz="3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엄마에게 발길질을 하는</a:t>
            </a:r>
            <a:r>
              <a:rPr lang="en-US" altLang="ko-KR" sz="3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sz="3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sz="3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아들의 모습을 담은</a:t>
            </a:r>
            <a:r>
              <a:rPr lang="en-US" altLang="ko-KR" sz="3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sz="3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sz="3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영상이 확산돼 충격을 안겼다</a:t>
            </a:r>
            <a:r>
              <a:rPr lang="en-US" altLang="ko-KR" sz="3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539552" y="3284984"/>
            <a:ext cx="8316416" cy="3024336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 algn="ctr" defTabSz="914400" latinLnBrk="1">
              <a:buNone/>
              <a:defRPr lang="ko-KR" sz="4400" baseline="0" smtClean="0">
                <a:solidFill>
                  <a:srgbClr val="000000"/>
                </a:solidFill>
                <a:latin typeface="±¼¸²"/>
                <a:ea typeface="±¼¸²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4000" dirty="0">
                <a:ln w="0"/>
                <a:solidFill>
                  <a:schemeClr val="accent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엄마가 </a:t>
            </a:r>
            <a:r>
              <a:rPr lang="ko-KR" altLang="en-US" sz="4000" dirty="0" err="1">
                <a:ln w="0"/>
                <a:solidFill>
                  <a:schemeClr val="accent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스마트폰을</a:t>
            </a:r>
            <a:endParaRPr lang="en-US" altLang="ko-KR" sz="4000" dirty="0">
              <a:ln w="0"/>
              <a:solidFill>
                <a:schemeClr val="accent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4000" dirty="0">
                <a:ln w="0"/>
                <a:solidFill>
                  <a:schemeClr val="accent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하지 못하게 한다는 이유였다</a:t>
            </a:r>
            <a:r>
              <a:rPr lang="en-US" altLang="ko-KR" sz="4000" dirty="0">
                <a:ln w="0"/>
                <a:solidFill>
                  <a:schemeClr val="accent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137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5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972000" y="298800"/>
            <a:ext cx="4618856" cy="1143635"/>
          </a:xfrm>
        </p:spPr>
        <p:txBody>
          <a:bodyPr>
            <a:noAutofit/>
          </a:bodyPr>
          <a:lstStyle/>
          <a:p>
            <a:pPr algn="l"/>
            <a:r>
              <a:rPr lang="ko-KR" altLang="en-US" sz="3600" dirty="0" err="1">
                <a:solidFill>
                  <a:srgbClr val="00B0F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스마트폰</a:t>
            </a:r>
            <a:r>
              <a:rPr lang="ko-KR" altLang="en-US" sz="3600" dirty="0">
                <a:solidFill>
                  <a:srgbClr val="00B0F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사용 실태</a:t>
            </a:r>
            <a:endParaRPr lang="ko-KR" altLang="en-US" sz="3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9512" y="1247066"/>
            <a:ext cx="453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&lt;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연도별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스마트폰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고위험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사용자군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00" y="1676744"/>
            <a:ext cx="7083854" cy="39846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9319" y="5589240"/>
            <a:ext cx="7285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※ </a:t>
            </a:r>
            <a:r>
              <a:rPr lang="ko-KR" altLang="en-US" sz="2000" dirty="0" err="1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고위험</a:t>
            </a:r>
            <a:r>
              <a:rPr lang="ko-KR" altLang="en-US" sz="200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사용자군 </a:t>
            </a:r>
            <a:r>
              <a:rPr lang="en-US" altLang="ko-KR" sz="200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00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금단</a:t>
            </a:r>
            <a:r>
              <a:rPr lang="en-US" altLang="ko-KR" sz="200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내성</a:t>
            </a:r>
            <a:r>
              <a:rPr lang="en-US" altLang="ko-KR" sz="200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일상 생활 장애를 모두 보임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467544" y="740947"/>
            <a:ext cx="4536504" cy="301378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xy" algn="ctr"/>
          </a:blip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3429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9512" y="1247066"/>
            <a:ext cx="525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&lt;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연도별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스마트폰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잠재적 위험 사용자군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00" y="1412776"/>
            <a:ext cx="7083854" cy="39846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512" y="5588876"/>
            <a:ext cx="100586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pc="-15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※ </a:t>
            </a:r>
            <a:r>
              <a:rPr lang="ko-KR" altLang="en-US" sz="2000" spc="-15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잠재적 위험 사용자군 </a:t>
            </a:r>
            <a:r>
              <a:rPr lang="en-US" altLang="ko-KR" sz="2000" spc="-15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000" spc="-15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금단</a:t>
            </a:r>
            <a:r>
              <a:rPr lang="en-US" altLang="ko-KR" sz="2000" spc="-15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spc="-15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내성</a:t>
            </a:r>
            <a:r>
              <a:rPr lang="en-US" altLang="ko-KR" sz="2000" spc="-15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spc="-15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일상 생활 장애 중 </a:t>
            </a:r>
            <a:r>
              <a:rPr lang="en-US" altLang="ko-KR" sz="2000" spc="-15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1~2</a:t>
            </a:r>
            <a:r>
              <a:rPr lang="ko-KR" altLang="en-US" sz="2000" spc="-150" dirty="0">
                <a:solidFill>
                  <a:srgbClr val="FB9E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개 증상을 보이는 경우</a:t>
            </a:r>
          </a:p>
        </p:txBody>
      </p:sp>
      <p:sp>
        <p:nvSpPr>
          <p:cNvPr id="17" name="제목 1"/>
          <p:cNvSpPr>
            <a:spLocks noGrp="1"/>
          </p:cNvSpPr>
          <p:nvPr>
            <p:ph type="title"/>
          </p:nvPr>
        </p:nvSpPr>
        <p:spPr>
          <a:xfrm>
            <a:off x="972000" y="298800"/>
            <a:ext cx="4618856" cy="1143635"/>
          </a:xfrm>
        </p:spPr>
        <p:txBody>
          <a:bodyPr>
            <a:noAutofit/>
          </a:bodyPr>
          <a:lstStyle/>
          <a:p>
            <a:pPr algn="l"/>
            <a:r>
              <a:rPr lang="ko-KR" altLang="en-US" sz="3600" dirty="0" err="1">
                <a:solidFill>
                  <a:srgbClr val="00B0F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스마트폰</a:t>
            </a:r>
            <a:r>
              <a:rPr lang="ko-KR" altLang="en-US" sz="3600" dirty="0">
                <a:solidFill>
                  <a:srgbClr val="00B0F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사용 실태</a:t>
            </a:r>
            <a:endParaRPr lang="ko-KR" altLang="en-US" sz="3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467544" y="740947"/>
            <a:ext cx="4536504" cy="301378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xy" algn="ctr"/>
          </a:blip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424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Creative Cloud Files\Desktop\P20170131_211352000_E0A92B24-CC40-42D5-A48C-95554F5D71A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9392"/>
            <a:ext cx="9144000" cy="695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0" y="-99391"/>
            <a:ext cx="9143999" cy="6957392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528" y="553328"/>
            <a:ext cx="64459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5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스마트폰</a:t>
            </a:r>
            <a:r>
              <a:rPr lang="ko-KR" altLang="en-US" sz="5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중독이란</a:t>
            </a:r>
            <a:r>
              <a:rPr lang="en-US" altLang="ko-KR" sz="5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?</a:t>
            </a:r>
            <a:endParaRPr lang="ko-KR" altLang="en-US" sz="5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3528" y="2329163"/>
            <a:ext cx="82809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스마트폰을</a:t>
            </a:r>
            <a:r>
              <a:rPr lang="ko-KR" altLang="en-US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너무 과도하게 사용함으로써</a:t>
            </a:r>
            <a:r>
              <a:rPr lang="en-US" altLang="ko-KR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결과적으로 </a:t>
            </a:r>
            <a:r>
              <a:rPr lang="ko-KR" altLang="en-US" sz="320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스마트폰이</a:t>
            </a:r>
            <a:r>
              <a:rPr lang="ko-KR" altLang="en-US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없는 상태를 견디지 못하고</a:t>
            </a:r>
            <a:r>
              <a:rPr lang="en-US" altLang="ko-KR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그 결과 정상적으로 공부나 친구관계 형성에 있어서 장애를 많이 느끼는 상태를 말한다</a:t>
            </a:r>
            <a:r>
              <a:rPr lang="en-US" altLang="ko-KR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2239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972000" y="298801"/>
            <a:ext cx="6336304" cy="537911"/>
          </a:xfrm>
        </p:spPr>
        <p:txBody>
          <a:bodyPr>
            <a:noAutofit/>
          </a:bodyPr>
          <a:lstStyle/>
          <a:p>
            <a:pPr algn="l"/>
            <a:r>
              <a:rPr lang="ko-KR" altLang="en-US" sz="3600" dirty="0" err="1">
                <a:solidFill>
                  <a:srgbClr val="00B0F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스마트폰</a:t>
            </a:r>
            <a:r>
              <a:rPr lang="ko-KR" altLang="en-US" sz="3600" dirty="0">
                <a:solidFill>
                  <a:srgbClr val="00B0F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중독 유형과 부작용</a:t>
            </a:r>
            <a:endParaRPr lang="ko-KR" altLang="en-US" sz="3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980728"/>
            <a:ext cx="2880320" cy="18002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084851"/>
            <a:ext cx="2880320" cy="18002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695" y="3188974"/>
            <a:ext cx="2880320" cy="18002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4293096"/>
            <a:ext cx="2880320" cy="1800200"/>
          </a:xfrm>
          <a:prstGeom prst="rect">
            <a:avLst/>
          </a:prstGeom>
        </p:spPr>
      </p:pic>
      <p:pic>
        <p:nvPicPr>
          <p:cNvPr id="2050" name="Picture 2" descr="C:\Users\Administrator\Creative Cloud Files\Desktop\P20170131_211350000_C0B7F9A9-AE9E-499A-BEE0-CC58FB08708A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052" y="1478302"/>
            <a:ext cx="3180598" cy="4417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>
            <a:spLocks/>
          </p:cNvSpPr>
          <p:nvPr/>
        </p:nvSpPr>
        <p:spPr>
          <a:xfrm>
            <a:off x="467544" y="740947"/>
            <a:ext cx="6480720" cy="369332"/>
          </a:xfrm>
          <a:prstGeom prst="rect">
            <a:avLst/>
          </a:prstGeom>
          <a:blipFill dpi="0" rotWithShape="1">
            <a:blip r:embed="rId7" cstate="print"/>
            <a:srcRect/>
            <a:tile tx="0" ty="0" sx="100000" sy="100000" flip="xy" algn="ctr"/>
          </a:blip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141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>
          <a:xfrm>
            <a:off x="395908" y="4292165"/>
            <a:ext cx="8424936" cy="172872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70722" y="4520236"/>
            <a:ext cx="8177742" cy="1199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600" dirty="0" err="1">
                <a:solidFill>
                  <a:schemeClr val="bg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스마트폰을</a:t>
            </a:r>
            <a:r>
              <a:rPr lang="ko-KR" altLang="en-US" sz="2600" dirty="0">
                <a:solidFill>
                  <a:schemeClr val="bg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과다하게 사용하여 </a:t>
            </a:r>
            <a:r>
              <a:rPr lang="ko-KR" altLang="en-US" sz="2600" dirty="0" err="1">
                <a:solidFill>
                  <a:schemeClr val="bg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스마트폰이</a:t>
            </a:r>
            <a:r>
              <a:rPr lang="ko-KR" altLang="en-US" sz="2600" dirty="0">
                <a:solidFill>
                  <a:schemeClr val="bg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없으면 불안하고 초조함을 느끼는 현상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395536" y="1832652"/>
            <a:ext cx="8424936" cy="172872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B9E8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20" y="980728"/>
            <a:ext cx="2376264" cy="148516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196" y="3429000"/>
            <a:ext cx="2376264" cy="1485165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570350" y="2060723"/>
            <a:ext cx="789008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600" dirty="0" err="1">
                <a:solidFill>
                  <a:schemeClr val="bg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스마트폰을</a:t>
            </a:r>
            <a:r>
              <a:rPr lang="ko-KR" altLang="en-US" sz="2600" dirty="0">
                <a:solidFill>
                  <a:schemeClr val="bg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점점 더 많은 시간 동안 사용하게 되어 나중에는 많이 사용해도 만족감이 없는 상태</a:t>
            </a:r>
          </a:p>
        </p:txBody>
      </p:sp>
      <p:sp>
        <p:nvSpPr>
          <p:cNvPr id="23" name="제목 1"/>
          <p:cNvSpPr>
            <a:spLocks noGrp="1"/>
          </p:cNvSpPr>
          <p:nvPr>
            <p:ph type="title"/>
          </p:nvPr>
        </p:nvSpPr>
        <p:spPr>
          <a:xfrm>
            <a:off x="972000" y="298800"/>
            <a:ext cx="4618856" cy="1143635"/>
          </a:xfrm>
        </p:spPr>
        <p:txBody>
          <a:bodyPr>
            <a:noAutofit/>
          </a:bodyPr>
          <a:lstStyle/>
          <a:p>
            <a:pPr algn="l"/>
            <a:r>
              <a:rPr lang="ko-KR" altLang="en-US" sz="3600" dirty="0" err="1">
                <a:solidFill>
                  <a:srgbClr val="00B0F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스마트폰</a:t>
            </a:r>
            <a:r>
              <a:rPr lang="ko-KR" altLang="en-US" sz="3600" dirty="0">
                <a:solidFill>
                  <a:srgbClr val="00B0F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중독 유형</a:t>
            </a:r>
            <a:endParaRPr lang="ko-KR" altLang="en-US" sz="3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467544" y="740947"/>
            <a:ext cx="4536504" cy="301378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xy" algn="ctr"/>
          </a:blip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0357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>
          <a:xfrm>
            <a:off x="395908" y="4292165"/>
            <a:ext cx="8424936" cy="172872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70722" y="4520236"/>
            <a:ext cx="817774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600" dirty="0">
                <a:solidFill>
                  <a:schemeClr val="bg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직접 현실에서 만나 관계를 맺기보다는 </a:t>
            </a:r>
            <a:r>
              <a:rPr lang="ko-KR" altLang="en-US" sz="2600" dirty="0" err="1">
                <a:solidFill>
                  <a:schemeClr val="bg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스마트폰을</a:t>
            </a:r>
            <a:r>
              <a:rPr lang="ko-KR" altLang="en-US" sz="2600" dirty="0">
                <a:solidFill>
                  <a:schemeClr val="bg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활용해서 관계를 맺는 것이 편함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395536" y="1832652"/>
            <a:ext cx="8424936" cy="172872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70350" y="2060723"/>
            <a:ext cx="8034098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600" dirty="0" err="1">
                <a:solidFill>
                  <a:schemeClr val="bg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스마트폰을</a:t>
            </a:r>
            <a:r>
              <a:rPr lang="ko-KR" altLang="en-US" sz="2600" dirty="0">
                <a:solidFill>
                  <a:schemeClr val="bg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과다하게 사용하기 때문에 가정</a:t>
            </a:r>
            <a:r>
              <a:rPr lang="en-US" altLang="ko-KR" sz="2600" dirty="0">
                <a:solidFill>
                  <a:schemeClr val="bg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600" dirty="0">
                <a:solidFill>
                  <a:schemeClr val="bg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학교</a:t>
            </a:r>
            <a:r>
              <a:rPr lang="en-US" altLang="ko-KR" sz="2600" dirty="0">
                <a:solidFill>
                  <a:schemeClr val="bg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600" dirty="0">
                <a:solidFill>
                  <a:schemeClr val="bg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직장 등에서 문제를 일으킴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196" y="1101859"/>
            <a:ext cx="2376264" cy="148516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496" y="3634690"/>
            <a:ext cx="2376264" cy="1485165"/>
          </a:xfrm>
          <a:prstGeom prst="rect">
            <a:avLst/>
          </a:prstGeom>
        </p:spPr>
      </p:pic>
      <p:sp>
        <p:nvSpPr>
          <p:cNvPr id="23" name="제목 1"/>
          <p:cNvSpPr>
            <a:spLocks noGrp="1"/>
          </p:cNvSpPr>
          <p:nvPr>
            <p:ph type="title"/>
          </p:nvPr>
        </p:nvSpPr>
        <p:spPr>
          <a:xfrm>
            <a:off x="972000" y="298800"/>
            <a:ext cx="4618856" cy="1143635"/>
          </a:xfrm>
        </p:spPr>
        <p:txBody>
          <a:bodyPr>
            <a:noAutofit/>
          </a:bodyPr>
          <a:lstStyle/>
          <a:p>
            <a:pPr algn="l"/>
            <a:r>
              <a:rPr lang="ko-KR" altLang="en-US" sz="3600" dirty="0" err="1">
                <a:solidFill>
                  <a:srgbClr val="00B0F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스마트폰</a:t>
            </a:r>
            <a:r>
              <a:rPr lang="ko-KR" altLang="en-US" sz="3600" dirty="0">
                <a:solidFill>
                  <a:srgbClr val="00B0F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중독 부작용</a:t>
            </a:r>
            <a:endParaRPr lang="ko-KR" altLang="en-US" sz="3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467544" y="740947"/>
            <a:ext cx="5123312" cy="369332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xy" algn="ctr"/>
          </a:blip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5902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23528" y="260648"/>
            <a:ext cx="1224136" cy="72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 descr="C:\Users\박선영\Desktop\사본 -0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2" name="직사각형 11"/>
          <p:cNvSpPr/>
          <p:nvPr/>
        </p:nvSpPr>
        <p:spPr>
          <a:xfrm>
            <a:off x="0" y="-99391"/>
            <a:ext cx="9143999" cy="6957392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텍스트 상자 1"/>
          <p:cNvSpPr txBox="1">
            <a:spLocks noGrp="1" noChangeArrowheads="1"/>
          </p:cNvSpPr>
          <p:nvPr/>
        </p:nvSpPr>
        <p:spPr>
          <a:xfrm>
            <a:off x="1115616" y="1750412"/>
            <a:ext cx="6878662" cy="3766820"/>
          </a:xfrm>
          <a:prstGeom prst="rect">
            <a:avLst/>
          </a:prstGeom>
          <a:ln w="0">
            <a:noFill/>
            <a:prstDash/>
          </a:ln>
        </p:spPr>
        <p:txBody>
          <a:bodyPr vert="horz" wrap="square" lIns="89535" tIns="46355" rIns="89535" bIns="46355" anchor="t"/>
          <a:lstStyle/>
          <a:p>
            <a:pPr marL="0" indent="0" algn="l" defTabSz="5080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8000" dirty="0" err="1">
                <a:solidFill>
                  <a:srgbClr val="00B0F0"/>
                </a:solidFill>
                <a:effectLst>
                  <a:glow rad="279400">
                    <a:schemeClr val="bg1">
                      <a:alpha val="12000"/>
                    </a:schemeClr>
                  </a:glow>
                  <a:outerShdw blurRad="50800" dist="38100" dir="2700000" algn="tl" rotWithShape="0">
                    <a:srgbClr val="000000">
                      <a:alpha val="40035"/>
                    </a:srgbClr>
                  </a:outerShdw>
                </a:effectLst>
                <a:latin typeface="HY견고딕" pitchFamily="18" charset="-127"/>
                <a:ea typeface="HY견고딕" pitchFamily="18" charset="-127"/>
              </a:rPr>
              <a:t>스마트폰</a:t>
            </a:r>
            <a:r>
              <a:rPr lang="ko-KR" altLang="en-US" sz="8000" dirty="0">
                <a:solidFill>
                  <a:srgbClr val="00B0F0"/>
                </a:solidFill>
                <a:effectLst>
                  <a:glow rad="279400">
                    <a:schemeClr val="bg1">
                      <a:alpha val="12000"/>
                    </a:schemeClr>
                  </a:glow>
                  <a:outerShdw blurRad="50800" dist="38100" dir="2700000" algn="tl" rotWithShape="0">
                    <a:srgbClr val="000000">
                      <a:alpha val="40035"/>
                    </a:srgbClr>
                  </a:outerShdw>
                </a:effectLst>
                <a:latin typeface="HY견고딕" pitchFamily="18" charset="-127"/>
                <a:ea typeface="HY견고딕" pitchFamily="18" charset="-127"/>
              </a:rPr>
              <a:t> 중독</a:t>
            </a:r>
            <a:endParaRPr lang="en-US" altLang="ko-KR" sz="8000" dirty="0">
              <a:solidFill>
                <a:srgbClr val="00B0F0"/>
              </a:solidFill>
              <a:effectLst>
                <a:glow rad="279400">
                  <a:schemeClr val="bg1">
                    <a:alpha val="12000"/>
                  </a:schemeClr>
                </a:glow>
                <a:outerShdw blurRad="50800" dist="38100" dir="2700000" algn="tl" rotWithShape="0">
                  <a:srgbClr val="000000">
                    <a:alpha val="40035"/>
                  </a:srgbClr>
                </a:outerShdw>
              </a:effectLst>
              <a:latin typeface="HY견고딕" pitchFamily="18" charset="-127"/>
              <a:ea typeface="HY견고딕" pitchFamily="18" charset="-127"/>
            </a:endParaRPr>
          </a:p>
          <a:p>
            <a:pPr marL="0" indent="0" algn="l" defTabSz="5080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ko-KR" sz="1600" dirty="0">
              <a:solidFill>
                <a:srgbClr val="4472C4"/>
              </a:solidFill>
              <a:effectLst>
                <a:glow rad="279400">
                  <a:schemeClr val="bg1">
                    <a:alpha val="12000"/>
                  </a:schemeClr>
                </a:glow>
              </a:effectLst>
              <a:latin typeface="HY견고딕" pitchFamily="18" charset="-127"/>
              <a:ea typeface="HY견고딕" pitchFamily="18" charset="-127"/>
            </a:endParaRPr>
          </a:p>
          <a:p>
            <a:pPr marL="0" indent="0" algn="l" defTabSz="5080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5400" dirty="0">
                <a:solidFill>
                  <a:srgbClr val="FFFF00"/>
                </a:solidFill>
                <a:effectLst>
                  <a:glow rad="279400">
                    <a:schemeClr val="bg1">
                      <a:alpha val="12000"/>
                    </a:schemeClr>
                  </a:glow>
                  <a:outerShdw blurRad="50800" dist="38100" dir="2700000" algn="tl" rotWithShape="0">
                    <a:srgbClr val="000000">
                      <a:alpha val="40035"/>
                    </a:srgbClr>
                  </a:outerShdw>
                </a:effectLst>
                <a:latin typeface="HY견고딕" pitchFamily="18" charset="-127"/>
                <a:ea typeface="HY견고딕" pitchFamily="18" charset="-127"/>
              </a:rPr>
              <a:t>예방법</a:t>
            </a:r>
            <a:r>
              <a:rPr lang="ko-KR" altLang="en-US" sz="5400" dirty="0">
                <a:solidFill>
                  <a:srgbClr val="FFFFFF"/>
                </a:solidFill>
                <a:effectLst>
                  <a:glow rad="279400">
                    <a:schemeClr val="bg1">
                      <a:alpha val="12000"/>
                    </a:schemeClr>
                  </a:glow>
                  <a:outerShdw blurRad="50800" dist="38100" dir="2700000" algn="tl" rotWithShape="0">
                    <a:srgbClr val="000000">
                      <a:alpha val="40035"/>
                    </a:srgbClr>
                  </a:outerShdw>
                </a:effectLst>
                <a:latin typeface="HY견고딕" pitchFamily="18" charset="-127"/>
                <a:ea typeface="HY견고딕" pitchFamily="18" charset="-127"/>
              </a:rPr>
              <a:t>은 무엇일까</a:t>
            </a:r>
            <a:r>
              <a:rPr lang="en-US" altLang="ko-KR" sz="5400" dirty="0">
                <a:solidFill>
                  <a:srgbClr val="FFFFFF"/>
                </a:solidFill>
                <a:effectLst>
                  <a:glow rad="279400">
                    <a:schemeClr val="bg1">
                      <a:alpha val="12000"/>
                    </a:schemeClr>
                  </a:glow>
                  <a:outerShdw blurRad="50800" dist="38100" dir="2700000" algn="tl" rotWithShape="0">
                    <a:srgbClr val="000000">
                      <a:alpha val="40035"/>
                    </a:srgbClr>
                  </a:outerShdw>
                </a:effectLst>
                <a:latin typeface="HY견고딕" pitchFamily="18" charset="-127"/>
                <a:ea typeface="HY견고딕" pitchFamily="18" charset="-127"/>
              </a:rPr>
              <a:t>?</a:t>
            </a:r>
            <a:endParaRPr lang="ko-KR" altLang="en-US" sz="5400" dirty="0">
              <a:solidFill>
                <a:srgbClr val="44546A"/>
              </a:solidFill>
              <a:effectLst>
                <a:glow rad="279400">
                  <a:schemeClr val="bg1">
                    <a:alpha val="12000"/>
                  </a:schemeClr>
                </a:glow>
                <a:outerShdw blurRad="50800" dist="38100" dir="2700000" algn="tl" rotWithShape="0">
                  <a:srgbClr val="000000">
                    <a:alpha val="40035"/>
                  </a:srgbClr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931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957392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22172"/>
            <a:ext cx="9144000" cy="6862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432048" y="44624"/>
            <a:ext cx="8316416" cy="7200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800" dirty="0" err="1">
                <a:solidFill>
                  <a:srgbClr val="FFFF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스마트폰</a:t>
            </a:r>
            <a:r>
              <a:rPr lang="ko-KR" altLang="en-US" sz="2800" dirty="0">
                <a:solidFill>
                  <a:srgbClr val="FFFF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중독 예방법</a:t>
            </a:r>
            <a:endParaRPr lang="en-US" altLang="ko-KR" sz="2800" dirty="0">
              <a:solidFill>
                <a:srgbClr val="FFFF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93551" y="1340768"/>
            <a:ext cx="8593410" cy="864096"/>
            <a:chOff x="329804" y="1565285"/>
            <a:chExt cx="8593410" cy="864096"/>
          </a:xfrm>
        </p:grpSpPr>
        <p:sp>
          <p:nvSpPr>
            <p:cNvPr id="17" name="제목 1"/>
            <p:cNvSpPr txBox="1">
              <a:spLocks/>
            </p:cNvSpPr>
            <p:nvPr/>
          </p:nvSpPr>
          <p:spPr>
            <a:xfrm>
              <a:off x="765101" y="1565285"/>
              <a:ext cx="8158113" cy="864096"/>
            </a:xfrm>
            <a:prstGeom prst="rect">
              <a:avLst/>
            </a:prstGeom>
          </p:spPr>
          <p:txBody>
            <a:bodyPr vert="horz" wrap="square" lIns="91440" tIns="45720" rIns="91440" bIns="45720" anchor="ctr">
              <a:noAutofit/>
            </a:bodyPr>
            <a:lstStyle>
              <a:lvl1pPr marL="0" indent="0" algn="ctr" defTabSz="914400" latinLnBrk="1">
                <a:buNone/>
                <a:defRPr lang="ko-KR" sz="4400" baseline="0" smtClean="0">
                  <a:solidFill>
                    <a:srgbClr val="000000"/>
                  </a:solidFill>
                  <a:latin typeface="±¼¸²"/>
                  <a:ea typeface="±¼¸²"/>
                </a:defRPr>
              </a:lvl1pPr>
            </a:lstStyle>
            <a:p>
              <a:pPr algn="l">
                <a:lnSpc>
                  <a:spcPct val="150000"/>
                </a:lnSpc>
              </a:pPr>
              <a:r>
                <a:rPr lang="ko-KR" altLang="en-US" sz="2400" dirty="0" err="1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스마트폰을</a:t>
              </a:r>
              <a:r>
                <a:rPr lang="ko-KR" altLang="en-US" sz="2400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사용하지 않을 때에는 </a:t>
              </a:r>
              <a:r>
                <a:rPr lang="en-US" altLang="ko-KR" sz="2400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OFF</a:t>
              </a:r>
              <a:endParaRPr lang="ko-KR" altLang="en-US" sz="24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3" name="직사각형 2"/>
            <p:cNvSpPr/>
            <p:nvPr/>
          </p:nvSpPr>
          <p:spPr>
            <a:xfrm>
              <a:off x="329804" y="1845363"/>
              <a:ext cx="354739" cy="35473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294141" y="2157357"/>
            <a:ext cx="8593410" cy="1415659"/>
            <a:chOff x="329804" y="1565284"/>
            <a:chExt cx="8593410" cy="1415659"/>
          </a:xfrm>
        </p:grpSpPr>
        <p:sp>
          <p:nvSpPr>
            <p:cNvPr id="14" name="제목 1"/>
            <p:cNvSpPr txBox="1">
              <a:spLocks/>
            </p:cNvSpPr>
            <p:nvPr/>
          </p:nvSpPr>
          <p:spPr>
            <a:xfrm>
              <a:off x="765101" y="1565284"/>
              <a:ext cx="8158113" cy="1415659"/>
            </a:xfrm>
            <a:prstGeom prst="rect">
              <a:avLst/>
            </a:prstGeom>
          </p:spPr>
          <p:txBody>
            <a:bodyPr vert="horz" wrap="square" lIns="91440" tIns="45720" rIns="91440" bIns="45720" anchor="ctr">
              <a:noAutofit/>
            </a:bodyPr>
            <a:lstStyle>
              <a:lvl1pPr marL="0" indent="0" algn="ctr" defTabSz="914400" latinLnBrk="1">
                <a:buNone/>
                <a:defRPr lang="ko-KR" sz="4400" baseline="0" smtClean="0">
                  <a:solidFill>
                    <a:srgbClr val="000000"/>
                  </a:solidFill>
                  <a:latin typeface="±¼¸²"/>
                  <a:ea typeface="±¼¸²"/>
                </a:defRPr>
              </a:lvl1pPr>
            </a:lstStyle>
            <a:p>
              <a:pPr algn="l">
                <a:lnSpc>
                  <a:spcPct val="150000"/>
                </a:lnSpc>
              </a:pPr>
              <a:r>
                <a:rPr lang="ko-KR" altLang="en-US" sz="2400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액정보다는 종이로 된 책보기</a:t>
              </a:r>
              <a:endParaRPr lang="en-US" altLang="ko-KR" sz="24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ko-KR" sz="2400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                                            </a:t>
              </a:r>
              <a:endParaRPr lang="en-US" altLang="ko-KR" sz="2400" dirty="0">
                <a:solidFill>
                  <a:srgbClr val="FFFF00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29804" y="1845363"/>
              <a:ext cx="354739" cy="35473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299070" y="2708920"/>
            <a:ext cx="8593410" cy="1415659"/>
            <a:chOff x="329804" y="1252751"/>
            <a:chExt cx="8593410" cy="1415659"/>
          </a:xfrm>
        </p:grpSpPr>
        <p:sp>
          <p:nvSpPr>
            <p:cNvPr id="18" name="제목 1"/>
            <p:cNvSpPr txBox="1">
              <a:spLocks/>
            </p:cNvSpPr>
            <p:nvPr/>
          </p:nvSpPr>
          <p:spPr>
            <a:xfrm>
              <a:off x="765101" y="1252751"/>
              <a:ext cx="8158113" cy="1415659"/>
            </a:xfrm>
            <a:prstGeom prst="rect">
              <a:avLst/>
            </a:prstGeom>
          </p:spPr>
          <p:txBody>
            <a:bodyPr vert="horz" wrap="square" lIns="91440" tIns="45720" rIns="91440" bIns="45720" anchor="ctr">
              <a:noAutofit/>
            </a:bodyPr>
            <a:lstStyle>
              <a:lvl1pPr marL="0" indent="0" algn="ctr" defTabSz="914400" latinLnBrk="1">
                <a:buNone/>
                <a:defRPr lang="ko-KR" sz="4400" baseline="0" smtClean="0">
                  <a:solidFill>
                    <a:srgbClr val="000000"/>
                  </a:solidFill>
                  <a:latin typeface="±¼¸²"/>
                  <a:ea typeface="±¼¸²"/>
                </a:defRPr>
              </a:lvl1pPr>
            </a:lstStyle>
            <a:p>
              <a:pPr algn="l">
                <a:lnSpc>
                  <a:spcPct val="150000"/>
                </a:lnSpc>
              </a:pPr>
              <a:r>
                <a:rPr lang="ko-KR" altLang="en-US" sz="2400" dirty="0" err="1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스마트폰</a:t>
              </a:r>
              <a:r>
                <a:rPr lang="ko-KR" altLang="en-US" sz="2400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사용시간 정하기</a:t>
              </a:r>
              <a:r>
                <a:rPr lang="en-US" altLang="ko-KR" sz="2400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                                            </a:t>
              </a:r>
              <a:endParaRPr lang="en-US" altLang="ko-KR" sz="2400" dirty="0">
                <a:solidFill>
                  <a:srgbClr val="FFFF00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329804" y="1809615"/>
              <a:ext cx="354739" cy="35473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299070" y="3573016"/>
            <a:ext cx="8593410" cy="1415659"/>
            <a:chOff x="299070" y="3573016"/>
            <a:chExt cx="8593410" cy="1415659"/>
          </a:xfrm>
        </p:grpSpPr>
        <p:sp>
          <p:nvSpPr>
            <p:cNvPr id="20" name="제목 1"/>
            <p:cNvSpPr txBox="1">
              <a:spLocks/>
            </p:cNvSpPr>
            <p:nvPr/>
          </p:nvSpPr>
          <p:spPr>
            <a:xfrm>
              <a:off x="734367" y="3573016"/>
              <a:ext cx="8158113" cy="1415659"/>
            </a:xfrm>
            <a:prstGeom prst="rect">
              <a:avLst/>
            </a:prstGeom>
          </p:spPr>
          <p:txBody>
            <a:bodyPr vert="horz" wrap="square" lIns="91440" tIns="45720" rIns="91440" bIns="45720" anchor="ctr">
              <a:noAutofit/>
            </a:bodyPr>
            <a:lstStyle>
              <a:lvl1pPr marL="0" indent="0" algn="ctr" defTabSz="914400" latinLnBrk="1">
                <a:buNone/>
                <a:defRPr lang="ko-KR" sz="4400" baseline="0" smtClean="0">
                  <a:solidFill>
                    <a:srgbClr val="000000"/>
                  </a:solidFill>
                  <a:latin typeface="±¼¸²"/>
                  <a:ea typeface="±¼¸²"/>
                </a:defRPr>
              </a:lvl1pPr>
            </a:lstStyle>
            <a:p>
              <a:pPr algn="l">
                <a:lnSpc>
                  <a:spcPct val="150000"/>
                </a:lnSpc>
              </a:pPr>
              <a:r>
                <a:rPr lang="ko-KR" altLang="en-US" sz="2400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꼭 필요할 때만 </a:t>
              </a:r>
              <a:r>
                <a:rPr lang="ko-KR" altLang="en-US" sz="2400" dirty="0" err="1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스마트폰</a:t>
              </a:r>
              <a:r>
                <a:rPr lang="ko-KR" altLang="en-US" sz="2400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사용하기</a:t>
              </a:r>
              <a:endParaRPr lang="en-US" altLang="ko-KR" sz="24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299070" y="4082373"/>
              <a:ext cx="354739" cy="35473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3203848" y="6516052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스마트미디어 중독 상담 </a:t>
            </a:r>
            <a:r>
              <a:rPr lang="en-US" altLang="ko-KR" dirty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dirty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대표전화 </a:t>
            </a:r>
            <a:r>
              <a:rPr lang="en-US" altLang="ko-KR" dirty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1599-0075</a:t>
            </a:r>
            <a:endParaRPr lang="ko-KR" altLang="en-US" dirty="0">
              <a:solidFill>
                <a:srgbClr val="FFFF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299070" y="4509120"/>
            <a:ext cx="8593410" cy="1415659"/>
            <a:chOff x="299070" y="4509120"/>
            <a:chExt cx="8593410" cy="1415659"/>
          </a:xfrm>
        </p:grpSpPr>
        <p:sp>
          <p:nvSpPr>
            <p:cNvPr id="23" name="제목 1"/>
            <p:cNvSpPr txBox="1">
              <a:spLocks/>
            </p:cNvSpPr>
            <p:nvPr/>
          </p:nvSpPr>
          <p:spPr>
            <a:xfrm>
              <a:off x="734367" y="4509120"/>
              <a:ext cx="8158113" cy="1415659"/>
            </a:xfrm>
            <a:prstGeom prst="rect">
              <a:avLst/>
            </a:prstGeom>
          </p:spPr>
          <p:txBody>
            <a:bodyPr vert="horz" wrap="square" lIns="91440" tIns="45720" rIns="91440" bIns="45720" anchor="ctr">
              <a:noAutofit/>
            </a:bodyPr>
            <a:lstStyle>
              <a:lvl1pPr marL="0" indent="0" algn="ctr" defTabSz="914400" latinLnBrk="1">
                <a:buNone/>
                <a:defRPr lang="ko-KR" sz="4400" baseline="0" smtClean="0">
                  <a:solidFill>
                    <a:srgbClr val="000000"/>
                  </a:solidFill>
                  <a:latin typeface="±¼¸²"/>
                  <a:ea typeface="±¼¸²"/>
                </a:defRPr>
              </a:lvl1pPr>
            </a:lstStyle>
            <a:p>
              <a:pPr algn="l">
                <a:lnSpc>
                  <a:spcPct val="150000"/>
                </a:lnSpc>
              </a:pPr>
              <a:r>
                <a:rPr lang="ko-KR" altLang="en-US" sz="2400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꼭 필요한 어플리케이션만 받기</a:t>
              </a:r>
              <a:endParaRPr lang="en-US" altLang="ko-KR" sz="24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299070" y="5065984"/>
              <a:ext cx="354739" cy="35473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3258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273" y="2564904"/>
            <a:ext cx="1633454" cy="2948186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8712968" cy="17196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>
                <a:solidFill>
                  <a:srgbClr val="00B0F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자기 스스로 </a:t>
            </a:r>
            <a:r>
              <a:rPr lang="ko-KR" altLang="en-US" sz="3200" dirty="0" err="1">
                <a:solidFill>
                  <a:srgbClr val="00B0F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스마트폰</a:t>
            </a:r>
            <a:r>
              <a:rPr lang="ko-KR" altLang="en-US" sz="3200" dirty="0">
                <a:solidFill>
                  <a:srgbClr val="00B0F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사용을</a:t>
            </a:r>
            <a:r>
              <a:rPr lang="en-US" altLang="ko-KR" sz="3200" dirty="0">
                <a:solidFill>
                  <a:srgbClr val="00B0F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sz="3200" dirty="0">
                <a:solidFill>
                  <a:srgbClr val="00B0F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sz="3200" dirty="0">
                <a:solidFill>
                  <a:srgbClr val="00B0F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200" dirty="0">
                <a:solidFill>
                  <a:srgbClr val="FF6D6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컨트롤</a:t>
            </a:r>
            <a:r>
              <a:rPr lang="ko-KR" altLang="en-US" sz="3200" dirty="0">
                <a:solidFill>
                  <a:srgbClr val="00B0F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할 수 있는 당신은 </a:t>
            </a:r>
            <a:endParaRPr lang="ko-KR" altLang="en-US"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323528" y="5165685"/>
            <a:ext cx="8712968" cy="1719699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 algn="ctr" defTabSz="914400" latinLnBrk="1">
              <a:buNone/>
              <a:defRPr lang="ko-KR" sz="4400" baseline="0" smtClean="0">
                <a:solidFill>
                  <a:srgbClr val="000000"/>
                </a:solidFill>
                <a:latin typeface="±¼¸²"/>
                <a:ea typeface="±¼¸²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4000" dirty="0" err="1">
                <a:solidFill>
                  <a:srgbClr val="92D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레알</a:t>
            </a:r>
            <a:r>
              <a:rPr lang="ko-KR" altLang="en-US" sz="4000" dirty="0">
                <a:solidFill>
                  <a:srgbClr val="92D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4000" dirty="0" err="1">
                <a:solidFill>
                  <a:srgbClr val="92D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스마터</a:t>
            </a:r>
            <a:r>
              <a:rPr lang="en-US" altLang="ko-KR" sz="4000" dirty="0">
                <a:solidFill>
                  <a:srgbClr val="92D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en-US" altLang="ko-KR" sz="4000" dirty="0" err="1">
                <a:solidFill>
                  <a:srgbClr val="92D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Smater</a:t>
            </a:r>
            <a:r>
              <a:rPr lang="en-US" altLang="ko-KR" sz="4000" dirty="0">
                <a:solidFill>
                  <a:srgbClr val="92D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)!</a:t>
            </a:r>
          </a:p>
        </p:txBody>
      </p:sp>
    </p:spTree>
    <p:extLst>
      <p:ext uri="{BB962C8B-B14F-4D97-AF65-F5344CB8AC3E}">
        <p14:creationId xmlns:p14="http://schemas.microsoft.com/office/powerpoint/2010/main" val="418899991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테마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마1" id="{C8E54FDE-0102-4D55-BC1A-5E7D4289DD38}" vid="{0C0038B2-E55A-4D63-B1CE-7002FFE2C0D9}"/>
    </a:ext>
  </a:extLst>
</a:theme>
</file>

<file path=ppt/theme/theme3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safety</Template>
  <TotalTime>2045</TotalTime>
  <Pages>17</Pages>
  <Words>218</Words>
  <Characters>0</Characters>
  <Application>Microsoft Office PowerPoint</Application>
  <DocSecurity>0</DocSecurity>
  <PresentationFormat>화면 슬라이드 쇼(4:3)</PresentationFormat>
  <Lines>0</Lines>
  <Paragraphs>33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11</vt:i4>
      </vt:variant>
    </vt:vector>
  </HeadingPairs>
  <TitlesOfParts>
    <vt:vector size="22" baseType="lpstr">
      <vt:lpstr>±¼¸²</vt:lpstr>
      <vt:lpstr>HY헤드라인M</vt:lpstr>
      <vt:lpstr>HY견고딕</vt:lpstr>
      <vt:lpstr>Arial</vt:lpstr>
      <vt:lpstr>맑은 고딕</vt:lpstr>
      <vt:lpstr>디자인 사용자 지정</vt:lpstr>
      <vt:lpstr>테마1</vt:lpstr>
      <vt:lpstr>1_디자인 사용자 지정</vt:lpstr>
      <vt:lpstr>2_디자인 사용자 지정</vt:lpstr>
      <vt:lpstr>3_디자인 사용자 지정</vt:lpstr>
      <vt:lpstr>4_디자인 사용자 지정</vt:lpstr>
      <vt:lpstr>PowerPoint 프레젠테이션</vt:lpstr>
      <vt:lpstr>최근 중국 SNS에서는 엄마에게 발길질을 하는 아들의 모습을 담은 영상이 확산돼 충격을 안겼다. </vt:lpstr>
      <vt:lpstr>스마트폰 사용 실태</vt:lpstr>
      <vt:lpstr>스마트폰 사용 실태</vt:lpstr>
      <vt:lpstr>PowerPoint 프레젠테이션</vt:lpstr>
      <vt:lpstr>스마트폰 중독 유형과 부작용</vt:lpstr>
      <vt:lpstr>스마트폰 중독 유형</vt:lpstr>
      <vt:lpstr>스마트폰 중독 부작용</vt:lpstr>
      <vt:lpstr>PowerPoint 프레젠테이션</vt:lpstr>
      <vt:lpstr>스마트폰 중독 예방법</vt:lpstr>
      <vt:lpstr>자기 스스로 스마트폰 사용을  컨트롤 할 수 있는 당신은 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Seonyeong HA</dc:creator>
  <cp:lastModifiedBy>.</cp:lastModifiedBy>
  <cp:revision>135</cp:revision>
  <dcterms:modified xsi:type="dcterms:W3CDTF">2023-04-17T11:24:56Z</dcterms:modified>
</cp:coreProperties>
</file>