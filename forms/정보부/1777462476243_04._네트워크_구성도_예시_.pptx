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1080135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4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62" y="72"/>
      </p:cViewPr>
      <p:guideLst>
        <p:guide orient="horz" pos="2160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10101" y="2130426"/>
            <a:ext cx="918114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620203" y="3886200"/>
            <a:ext cx="756094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17C3-413E-4861-AD86-461CAC5AA9E1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58384-CBAF-455C-B328-DBC5EB02976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17C3-413E-4861-AD86-461CAC5AA9E1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58384-CBAF-455C-B328-DBC5EB02976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53232" y="4406901"/>
            <a:ext cx="918114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53232" y="2906713"/>
            <a:ext cx="918114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17C3-413E-4861-AD86-461CAC5AA9E1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58384-CBAF-455C-B328-DBC5EB02976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40068" y="1600201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90686" y="1600201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17C3-413E-4861-AD86-461CAC5AA9E1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58384-CBAF-455C-B328-DBC5EB02976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0068" y="1535113"/>
            <a:ext cx="477247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0068" y="2174875"/>
            <a:ext cx="477247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86936" y="1535113"/>
            <a:ext cx="47743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86936" y="2174875"/>
            <a:ext cx="47743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17C3-413E-4861-AD86-461CAC5AA9E1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58384-CBAF-455C-B328-DBC5EB02976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17C3-413E-4861-AD86-461CAC5AA9E1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58384-CBAF-455C-B328-DBC5EB02976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17C3-413E-4861-AD86-461CAC5AA9E1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58384-CBAF-455C-B328-DBC5EB02976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0068" y="273050"/>
            <a:ext cx="355357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23028" y="273051"/>
            <a:ext cx="603825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40068" y="1435101"/>
            <a:ext cx="355357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17C3-413E-4861-AD86-461CAC5AA9E1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58384-CBAF-455C-B328-DBC5EB02976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17140" y="4800600"/>
            <a:ext cx="64808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117140" y="612775"/>
            <a:ext cx="648081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117140" y="5367338"/>
            <a:ext cx="64808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17C3-413E-4861-AD86-461CAC5AA9E1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58384-CBAF-455C-B328-DBC5EB02976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17C3-413E-4861-AD86-461CAC5AA9E1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58384-CBAF-455C-B328-DBC5EB02976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830979" y="274639"/>
            <a:ext cx="2430304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40067" y="274639"/>
            <a:ext cx="711088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17C3-413E-4861-AD86-461CAC5AA9E1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58384-CBAF-455C-B328-DBC5EB02976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40068" y="274638"/>
            <a:ext cx="97212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0068" y="1600201"/>
            <a:ext cx="972121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40068" y="6356351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317C3-413E-4861-AD86-461CAC5AA9E1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0461" y="6356351"/>
            <a:ext cx="3420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740968" y="6356351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58384-CBAF-455C-B328-DBC5EB02976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6696819" y="3140968"/>
            <a:ext cx="2880320" cy="86409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UTM(</a:t>
            </a:r>
            <a:r>
              <a:rPr lang="ko-KR" altLang="en-US" dirty="0"/>
              <a:t>방화벽</a:t>
            </a:r>
            <a:r>
              <a:rPr lang="en-US" altLang="ko-KR" dirty="0"/>
              <a:t>)</a:t>
            </a:r>
          </a:p>
          <a:p>
            <a:pPr algn="ctr"/>
            <a:endParaRPr lang="ko-KR" altLang="en-US" dirty="0"/>
          </a:p>
        </p:txBody>
      </p:sp>
      <p:sp>
        <p:nvSpPr>
          <p:cNvPr id="106" name="직사각형 105"/>
          <p:cNvSpPr/>
          <p:nvPr/>
        </p:nvSpPr>
        <p:spPr>
          <a:xfrm>
            <a:off x="7128867" y="3573016"/>
            <a:ext cx="432048" cy="288032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7" name="직사각형 106"/>
          <p:cNvSpPr/>
          <p:nvPr/>
        </p:nvSpPr>
        <p:spPr>
          <a:xfrm>
            <a:off x="7992963" y="3573016"/>
            <a:ext cx="432048" cy="288032"/>
          </a:xfrm>
          <a:prstGeom prst="rect">
            <a:avLst/>
          </a:prstGeom>
          <a:ln w="285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8" name="직사각형 107"/>
          <p:cNvSpPr/>
          <p:nvPr/>
        </p:nvSpPr>
        <p:spPr>
          <a:xfrm>
            <a:off x="7598739" y="836712"/>
            <a:ext cx="1080120" cy="43204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00</a:t>
            </a:r>
            <a:r>
              <a:rPr lang="ko-KR" altLang="en-US" dirty="0">
                <a:solidFill>
                  <a:schemeClr val="tx1"/>
                </a:solidFill>
              </a:rPr>
              <a:t>청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109" name="직선 연결선 108"/>
          <p:cNvCxnSpPr>
            <a:stCxn id="108" idx="2"/>
            <a:endCxn id="105" idx="0"/>
          </p:cNvCxnSpPr>
          <p:nvPr/>
        </p:nvCxnSpPr>
        <p:spPr>
          <a:xfrm flipH="1">
            <a:off x="8136979" y="1268760"/>
            <a:ext cx="1820" cy="1872208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6624811" y="4293096"/>
            <a:ext cx="1440160" cy="3600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Hub</a:t>
            </a:r>
            <a:endParaRPr lang="ko-KR" altLang="en-US" dirty="0"/>
          </a:p>
        </p:txBody>
      </p:sp>
      <p:sp>
        <p:nvSpPr>
          <p:cNvPr id="111" name="직사각형 110"/>
          <p:cNvSpPr/>
          <p:nvPr/>
        </p:nvSpPr>
        <p:spPr>
          <a:xfrm>
            <a:off x="7488907" y="4941168"/>
            <a:ext cx="1440160" cy="36004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Hub</a:t>
            </a:r>
            <a:endParaRPr lang="ko-KR" altLang="en-US" dirty="0"/>
          </a:p>
        </p:txBody>
      </p:sp>
      <p:sp>
        <p:nvSpPr>
          <p:cNvPr id="112" name="직사각형 111"/>
          <p:cNvSpPr/>
          <p:nvPr/>
        </p:nvSpPr>
        <p:spPr>
          <a:xfrm>
            <a:off x="6480795" y="2636912"/>
            <a:ext cx="4104456" cy="34563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dirty="0"/>
              <a:t>00</a:t>
            </a:r>
            <a:r>
              <a:rPr lang="ko-KR" altLang="en-US" dirty="0"/>
              <a:t>실</a:t>
            </a:r>
            <a:r>
              <a:rPr lang="en-US" altLang="ko-KR" dirty="0"/>
              <a:t>(0</a:t>
            </a:r>
            <a:r>
              <a:rPr lang="ko-KR" altLang="en-US" dirty="0"/>
              <a:t>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3" name="직사각형 112"/>
          <p:cNvSpPr/>
          <p:nvPr/>
        </p:nvSpPr>
        <p:spPr>
          <a:xfrm>
            <a:off x="9793163" y="4111256"/>
            <a:ext cx="648072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보안장비</a:t>
            </a:r>
          </a:p>
        </p:txBody>
      </p:sp>
      <p:cxnSp>
        <p:nvCxnSpPr>
          <p:cNvPr id="114" name="꺾인 연결선 31"/>
          <p:cNvCxnSpPr>
            <a:stCxn id="113" idx="0"/>
            <a:endCxn id="105" idx="3"/>
          </p:cNvCxnSpPr>
          <p:nvPr/>
        </p:nvCxnSpPr>
        <p:spPr>
          <a:xfrm rot="16200000" flipV="1">
            <a:off x="9578049" y="3572106"/>
            <a:ext cx="538240" cy="54006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hape 114"/>
          <p:cNvCxnSpPr>
            <a:stCxn id="113" idx="2"/>
            <a:endCxn id="111" idx="3"/>
          </p:cNvCxnSpPr>
          <p:nvPr/>
        </p:nvCxnSpPr>
        <p:spPr>
          <a:xfrm rot="5400000">
            <a:off x="9378207" y="4382196"/>
            <a:ext cx="289852" cy="1188132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>
            <a:stCxn id="110" idx="3"/>
            <a:endCxn id="113" idx="1"/>
          </p:cNvCxnSpPr>
          <p:nvPr/>
        </p:nvCxnSpPr>
        <p:spPr>
          <a:xfrm flipV="1">
            <a:off x="8064971" y="4471296"/>
            <a:ext cx="1728192" cy="18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>
            <a:stCxn id="106" idx="2"/>
            <a:endCxn id="110" idx="0"/>
          </p:cNvCxnSpPr>
          <p:nvPr/>
        </p:nvCxnSpPr>
        <p:spPr>
          <a:xfrm>
            <a:off x="7344891" y="3861048"/>
            <a:ext cx="0" cy="432048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직선 연결선 117"/>
          <p:cNvCxnSpPr>
            <a:stCxn id="107" idx="2"/>
            <a:endCxn id="111" idx="0"/>
          </p:cNvCxnSpPr>
          <p:nvPr/>
        </p:nvCxnSpPr>
        <p:spPr>
          <a:xfrm>
            <a:off x="8208987" y="3861048"/>
            <a:ext cx="0" cy="108012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0" name="꺾인 연결선 119"/>
          <p:cNvCxnSpPr>
            <a:stCxn id="149" idx="3"/>
            <a:endCxn id="110" idx="1"/>
          </p:cNvCxnSpPr>
          <p:nvPr/>
        </p:nvCxnSpPr>
        <p:spPr>
          <a:xfrm>
            <a:off x="5722817" y="1675171"/>
            <a:ext cx="901994" cy="2797945"/>
          </a:xfrm>
          <a:prstGeom prst="bentConnector3">
            <a:avLst>
              <a:gd name="adj1" fmla="val 59504"/>
            </a:avLst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4" name="직사각형 123"/>
          <p:cNvSpPr/>
          <p:nvPr/>
        </p:nvSpPr>
        <p:spPr>
          <a:xfrm>
            <a:off x="3168427" y="3140968"/>
            <a:ext cx="1296144" cy="187220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dirty="0"/>
              <a:t>00</a:t>
            </a:r>
            <a:r>
              <a:rPr lang="ko-KR" altLang="en-US" dirty="0"/>
              <a:t>실</a:t>
            </a:r>
            <a:r>
              <a:rPr lang="en-US" altLang="ko-KR" dirty="0"/>
              <a:t>(0</a:t>
            </a:r>
            <a:r>
              <a:rPr lang="ko-KR" altLang="en-US" dirty="0"/>
              <a:t>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5" name="직사각형 124"/>
          <p:cNvSpPr/>
          <p:nvPr/>
        </p:nvSpPr>
        <p:spPr>
          <a:xfrm>
            <a:off x="4536579" y="3140968"/>
            <a:ext cx="1296144" cy="187220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dirty="0"/>
              <a:t>00</a:t>
            </a:r>
            <a:r>
              <a:rPr lang="ko-KR" altLang="en-US" dirty="0"/>
              <a:t>실</a:t>
            </a:r>
            <a:r>
              <a:rPr lang="en-US" altLang="ko-KR" dirty="0"/>
              <a:t>(0</a:t>
            </a:r>
            <a:r>
              <a:rPr lang="ko-KR" altLang="en-US" dirty="0"/>
              <a:t>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6" name="직사각형 125"/>
          <p:cNvSpPr/>
          <p:nvPr/>
        </p:nvSpPr>
        <p:spPr>
          <a:xfrm>
            <a:off x="3384451" y="4293096"/>
            <a:ext cx="864096" cy="360040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각</a:t>
            </a:r>
            <a:r>
              <a:rPr lang="en-US" altLang="ko-KR" dirty="0"/>
              <a:t> PC</a:t>
            </a:r>
            <a:endParaRPr lang="ko-KR" altLang="en-US" dirty="0"/>
          </a:p>
        </p:txBody>
      </p:sp>
      <p:sp>
        <p:nvSpPr>
          <p:cNvPr id="127" name="직사각형 126"/>
          <p:cNvSpPr/>
          <p:nvPr/>
        </p:nvSpPr>
        <p:spPr>
          <a:xfrm>
            <a:off x="4862510" y="4293096"/>
            <a:ext cx="682181" cy="360040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PC</a:t>
            </a:r>
            <a:endParaRPr lang="ko-KR" altLang="en-US" dirty="0"/>
          </a:p>
        </p:txBody>
      </p:sp>
      <p:cxnSp>
        <p:nvCxnSpPr>
          <p:cNvPr id="128" name="직선 연결선 127"/>
          <p:cNvCxnSpPr/>
          <p:nvPr/>
        </p:nvCxnSpPr>
        <p:spPr>
          <a:xfrm flipH="1">
            <a:off x="5544691" y="4509120"/>
            <a:ext cx="108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꺾인 연결선 128"/>
          <p:cNvCxnSpPr>
            <a:stCxn id="110" idx="2"/>
            <a:endCxn id="126" idx="2"/>
          </p:cNvCxnSpPr>
          <p:nvPr/>
        </p:nvCxnSpPr>
        <p:spPr>
          <a:xfrm rot="5400000">
            <a:off x="5580695" y="2888940"/>
            <a:ext cx="12700" cy="3528392"/>
          </a:xfrm>
          <a:prstGeom prst="bentConnector3">
            <a:avLst>
              <a:gd name="adj1" fmla="val 1800000"/>
            </a:avLst>
          </a:prstGeom>
          <a:ln w="5715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직사각형 133"/>
          <p:cNvSpPr/>
          <p:nvPr/>
        </p:nvSpPr>
        <p:spPr>
          <a:xfrm>
            <a:off x="288107" y="3140968"/>
            <a:ext cx="1440160" cy="187220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ko-KR" altLang="en-US" dirty="0"/>
              <a:t>컴퓨터실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432123" y="4030702"/>
            <a:ext cx="1008112" cy="360040"/>
          </a:xfrm>
          <a:prstGeom prst="rect">
            <a:avLst/>
          </a:prstGeom>
          <a:ln>
            <a:solidFill>
              <a:schemeClr val="accent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Hub</a:t>
            </a:r>
            <a:endParaRPr lang="ko-KR" altLang="en-US" dirty="0"/>
          </a:p>
        </p:txBody>
      </p:sp>
      <p:cxnSp>
        <p:nvCxnSpPr>
          <p:cNvPr id="137" name="꺾인 연결선 136"/>
          <p:cNvCxnSpPr>
            <a:stCxn id="111" idx="1"/>
            <a:endCxn id="144" idx="2"/>
          </p:cNvCxnSpPr>
          <p:nvPr/>
        </p:nvCxnSpPr>
        <p:spPr>
          <a:xfrm rot="10800000">
            <a:off x="2448347" y="4653136"/>
            <a:ext cx="5040560" cy="468052"/>
          </a:xfrm>
          <a:prstGeom prst="bentConnector2">
            <a:avLst/>
          </a:prstGeom>
          <a:ln w="571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직사각형 142"/>
          <p:cNvSpPr/>
          <p:nvPr/>
        </p:nvSpPr>
        <p:spPr>
          <a:xfrm>
            <a:off x="1800275" y="3140968"/>
            <a:ext cx="1296144" cy="187220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ko-KR" altLang="en-US" dirty="0"/>
              <a:t>각 특별실</a:t>
            </a:r>
            <a:endParaRPr lang="ko-KR" altLang="en-US" kern="300" spc="-50" dirty="0"/>
          </a:p>
        </p:txBody>
      </p:sp>
      <p:sp>
        <p:nvSpPr>
          <p:cNvPr id="144" name="직사각형 143"/>
          <p:cNvSpPr/>
          <p:nvPr/>
        </p:nvSpPr>
        <p:spPr>
          <a:xfrm>
            <a:off x="2016299" y="4293096"/>
            <a:ext cx="864096" cy="360040"/>
          </a:xfrm>
          <a:prstGeom prst="rect">
            <a:avLst/>
          </a:prstGeom>
          <a:ln>
            <a:solidFill>
              <a:schemeClr val="accent3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각</a:t>
            </a:r>
            <a:r>
              <a:rPr lang="en-US" altLang="ko-KR" dirty="0"/>
              <a:t> PC</a:t>
            </a:r>
            <a:endParaRPr lang="ko-KR" altLang="en-US" dirty="0"/>
          </a:p>
        </p:txBody>
      </p:sp>
      <p:sp>
        <p:nvSpPr>
          <p:cNvPr id="147" name="직사각형 146"/>
          <p:cNvSpPr/>
          <p:nvPr/>
        </p:nvSpPr>
        <p:spPr>
          <a:xfrm>
            <a:off x="4536579" y="559047"/>
            <a:ext cx="1296144" cy="20162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dirty="0"/>
              <a:t>00</a:t>
            </a:r>
            <a:r>
              <a:rPr lang="ko-KR" altLang="en-US" dirty="0"/>
              <a:t>실</a:t>
            </a:r>
            <a:r>
              <a:rPr lang="en-US" altLang="ko-KR" dirty="0"/>
              <a:t>(0</a:t>
            </a:r>
            <a:r>
              <a:rPr lang="ko-KR" altLang="en-US" dirty="0"/>
              <a:t>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8" name="직사각형 147"/>
          <p:cNvSpPr/>
          <p:nvPr/>
        </p:nvSpPr>
        <p:spPr>
          <a:xfrm>
            <a:off x="4680595" y="2071215"/>
            <a:ext cx="1042221" cy="360040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각 </a:t>
            </a:r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49" name="직사각형 148"/>
          <p:cNvSpPr/>
          <p:nvPr/>
        </p:nvSpPr>
        <p:spPr>
          <a:xfrm>
            <a:off x="4680595" y="1495151"/>
            <a:ext cx="1042222" cy="360040"/>
          </a:xfrm>
          <a:prstGeom prst="rect">
            <a:avLst/>
          </a:prstGeom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Hub</a:t>
            </a:r>
            <a:endParaRPr lang="ko-KR" altLang="en-US" dirty="0"/>
          </a:p>
        </p:txBody>
      </p:sp>
      <p:cxnSp>
        <p:nvCxnSpPr>
          <p:cNvPr id="150" name="직선 연결선 149"/>
          <p:cNvCxnSpPr>
            <a:stCxn id="149" idx="2"/>
            <a:endCxn id="148" idx="0"/>
          </p:cNvCxnSpPr>
          <p:nvPr/>
        </p:nvCxnSpPr>
        <p:spPr>
          <a:xfrm>
            <a:off x="5201706" y="1855191"/>
            <a:ext cx="0" cy="216024"/>
          </a:xfrm>
          <a:prstGeom prst="line">
            <a:avLst/>
          </a:prstGeom>
          <a:ln w="57150" cmpd="dbl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7" name="직선 연결선 156"/>
          <p:cNvCxnSpPr>
            <a:stCxn id="136" idx="2"/>
            <a:endCxn id="182" idx="0"/>
          </p:cNvCxnSpPr>
          <p:nvPr/>
        </p:nvCxnSpPr>
        <p:spPr>
          <a:xfrm>
            <a:off x="936179" y="4390742"/>
            <a:ext cx="17055" cy="46372"/>
          </a:xfrm>
          <a:prstGeom prst="line">
            <a:avLst/>
          </a:prstGeom>
          <a:ln w="57150" cmpd="dbl">
            <a:solidFill>
              <a:schemeClr val="accent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0" name="꺾인 연결선 159"/>
          <p:cNvCxnSpPr>
            <a:stCxn id="111" idx="2"/>
            <a:endCxn id="136" idx="3"/>
          </p:cNvCxnSpPr>
          <p:nvPr/>
        </p:nvCxnSpPr>
        <p:spPr>
          <a:xfrm rot="5400000" flipH="1">
            <a:off x="4279368" y="1371589"/>
            <a:ext cx="1090486" cy="6768752"/>
          </a:xfrm>
          <a:prstGeom prst="bentConnector4">
            <a:avLst>
              <a:gd name="adj1" fmla="val -20963"/>
              <a:gd name="adj2" fmla="val 98498"/>
            </a:avLst>
          </a:prstGeom>
          <a:ln w="285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2" name="직사각형 181"/>
          <p:cNvSpPr/>
          <p:nvPr/>
        </p:nvSpPr>
        <p:spPr>
          <a:xfrm>
            <a:off x="449178" y="4437114"/>
            <a:ext cx="1008112" cy="360040"/>
          </a:xfrm>
          <a:prstGeom prst="rect">
            <a:avLst/>
          </a:prstGeom>
          <a:ln>
            <a:solidFill>
              <a:schemeClr val="accent3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각 </a:t>
            </a:r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95" name="직사각형 194"/>
          <p:cNvSpPr/>
          <p:nvPr/>
        </p:nvSpPr>
        <p:spPr>
          <a:xfrm>
            <a:off x="288107" y="595241"/>
            <a:ext cx="4176464" cy="20162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ko-KR" altLang="en-US" dirty="0"/>
              <a:t>각 </a:t>
            </a:r>
            <a:r>
              <a:rPr lang="en-US" altLang="ko-KR" dirty="0"/>
              <a:t>00</a:t>
            </a:r>
            <a:r>
              <a:rPr lang="ko-KR" altLang="en-US" dirty="0"/>
              <a:t>실 및 </a:t>
            </a:r>
            <a:r>
              <a:rPr lang="en-US" altLang="ko-KR" dirty="0"/>
              <a:t>000</a:t>
            </a:r>
            <a:r>
              <a:rPr lang="ko-KR" altLang="en-US" dirty="0"/>
              <a:t>실</a:t>
            </a:r>
          </a:p>
        </p:txBody>
      </p:sp>
      <p:sp>
        <p:nvSpPr>
          <p:cNvPr id="196" name="직사각형 195"/>
          <p:cNvSpPr/>
          <p:nvPr/>
        </p:nvSpPr>
        <p:spPr>
          <a:xfrm>
            <a:off x="444279" y="1197503"/>
            <a:ext cx="1512168" cy="360040"/>
          </a:xfrm>
          <a:prstGeom prst="rect">
            <a:avLst/>
          </a:prstGeom>
          <a:ln>
            <a:solidFill>
              <a:schemeClr val="accent3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각</a:t>
            </a:r>
            <a:r>
              <a:rPr lang="en-US" altLang="ko-KR" dirty="0"/>
              <a:t> PC</a:t>
            </a:r>
            <a:endParaRPr lang="ko-KR" altLang="en-US" dirty="0"/>
          </a:p>
        </p:txBody>
      </p:sp>
      <p:cxnSp>
        <p:nvCxnSpPr>
          <p:cNvPr id="197" name="꺾인 연결선 136"/>
          <p:cNvCxnSpPr/>
          <p:nvPr/>
        </p:nvCxnSpPr>
        <p:spPr>
          <a:xfrm rot="10800000">
            <a:off x="2609053" y="2796954"/>
            <a:ext cx="4879856" cy="2216225"/>
          </a:xfrm>
          <a:prstGeom prst="bentConnector3">
            <a:avLst>
              <a:gd name="adj1" fmla="val 31262"/>
            </a:avLst>
          </a:prstGeom>
          <a:ln w="571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꺾인 연결선 136"/>
          <p:cNvCxnSpPr>
            <a:endCxn id="196" idx="2"/>
          </p:cNvCxnSpPr>
          <p:nvPr/>
        </p:nvCxnSpPr>
        <p:spPr>
          <a:xfrm rot="10800000">
            <a:off x="1200364" y="1557544"/>
            <a:ext cx="1408689" cy="1240165"/>
          </a:xfrm>
          <a:prstGeom prst="bentConnector2">
            <a:avLst/>
          </a:prstGeom>
          <a:ln w="571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직사각형 238"/>
          <p:cNvSpPr/>
          <p:nvPr/>
        </p:nvSpPr>
        <p:spPr>
          <a:xfrm>
            <a:off x="4248547" y="2996952"/>
            <a:ext cx="45719" cy="360040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45" name="직사각형 44"/>
          <p:cNvSpPr/>
          <p:nvPr/>
        </p:nvSpPr>
        <p:spPr>
          <a:xfrm>
            <a:off x="8857059" y="3573016"/>
            <a:ext cx="432048" cy="28803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4" name="직사각형 53"/>
          <p:cNvSpPr/>
          <p:nvPr/>
        </p:nvSpPr>
        <p:spPr>
          <a:xfrm>
            <a:off x="8353003" y="5517232"/>
            <a:ext cx="144016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Hub</a:t>
            </a:r>
            <a:endParaRPr lang="ko-KR" altLang="en-US" dirty="0"/>
          </a:p>
        </p:txBody>
      </p:sp>
      <p:cxnSp>
        <p:nvCxnSpPr>
          <p:cNvPr id="55" name="직선 연결선 54"/>
          <p:cNvCxnSpPr>
            <a:stCxn id="45" idx="2"/>
            <a:endCxn id="54" idx="0"/>
          </p:cNvCxnSpPr>
          <p:nvPr/>
        </p:nvCxnSpPr>
        <p:spPr>
          <a:xfrm>
            <a:off x="9073083" y="3861048"/>
            <a:ext cx="0" cy="1656184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8" name="Shape 57"/>
          <p:cNvCxnSpPr>
            <a:stCxn id="113" idx="2"/>
            <a:endCxn id="54" idx="3"/>
          </p:cNvCxnSpPr>
          <p:nvPr/>
        </p:nvCxnSpPr>
        <p:spPr>
          <a:xfrm rot="5400000">
            <a:off x="9522223" y="5102276"/>
            <a:ext cx="865916" cy="324036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4680595" y="991095"/>
            <a:ext cx="1042222" cy="36004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AP02</a:t>
            </a:r>
            <a:endParaRPr lang="ko-KR" altLang="en-US" dirty="0"/>
          </a:p>
        </p:txBody>
      </p:sp>
      <p:sp>
        <p:nvSpPr>
          <p:cNvPr id="70" name="직사각형 69"/>
          <p:cNvSpPr/>
          <p:nvPr/>
        </p:nvSpPr>
        <p:spPr>
          <a:xfrm>
            <a:off x="432123" y="3552284"/>
            <a:ext cx="1042222" cy="36004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AP01</a:t>
            </a:r>
            <a:endParaRPr lang="ko-KR" altLang="en-US" dirty="0"/>
          </a:p>
        </p:txBody>
      </p:sp>
      <p:cxnSp>
        <p:nvCxnSpPr>
          <p:cNvPr id="76" name="꺾인 연결선 75"/>
          <p:cNvCxnSpPr>
            <a:stCxn id="69" idx="3"/>
            <a:endCxn id="54" idx="1"/>
          </p:cNvCxnSpPr>
          <p:nvPr/>
        </p:nvCxnSpPr>
        <p:spPr>
          <a:xfrm>
            <a:off x="5722817" y="1171115"/>
            <a:ext cx="2630186" cy="4526137"/>
          </a:xfrm>
          <a:prstGeom prst="bentConnector3">
            <a:avLst>
              <a:gd name="adj1" fmla="val 23383"/>
            </a:avLst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1" name="꺾인 연결선 80"/>
          <p:cNvCxnSpPr/>
          <p:nvPr/>
        </p:nvCxnSpPr>
        <p:spPr>
          <a:xfrm>
            <a:off x="1474345" y="3717032"/>
            <a:ext cx="6878658" cy="2016000"/>
          </a:xfrm>
          <a:prstGeom prst="bentConnector3">
            <a:avLst>
              <a:gd name="adj1" fmla="val 2542"/>
            </a:avLst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2916400" y="667062"/>
            <a:ext cx="1440160" cy="89048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dirty="0"/>
              <a:t>00</a:t>
            </a:r>
            <a:r>
              <a:rPr lang="ko-KR" altLang="en-US" dirty="0" err="1"/>
              <a:t>년실</a:t>
            </a:r>
            <a:endParaRPr lang="ko-KR" altLang="en-US" dirty="0"/>
          </a:p>
        </p:txBody>
      </p:sp>
      <p:sp>
        <p:nvSpPr>
          <p:cNvPr id="53" name="직사각형 52"/>
          <p:cNvSpPr/>
          <p:nvPr/>
        </p:nvSpPr>
        <p:spPr>
          <a:xfrm>
            <a:off x="3084236" y="1088740"/>
            <a:ext cx="1042222" cy="36004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AP03</a:t>
            </a:r>
            <a:endParaRPr lang="ko-KR" altLang="en-US" dirty="0"/>
          </a:p>
        </p:txBody>
      </p:sp>
      <p:cxnSp>
        <p:nvCxnSpPr>
          <p:cNvPr id="56" name="꺾인 연결선 55"/>
          <p:cNvCxnSpPr>
            <a:stCxn id="53" idx="3"/>
          </p:cNvCxnSpPr>
          <p:nvPr/>
        </p:nvCxnSpPr>
        <p:spPr>
          <a:xfrm>
            <a:off x="4126458" y="1268760"/>
            <a:ext cx="2078461" cy="1417431"/>
          </a:xfrm>
          <a:prstGeom prst="bentConnector3">
            <a:avLst>
              <a:gd name="adj1" fmla="val 6693"/>
            </a:avLst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0" name="꺾인 연결선 79"/>
          <p:cNvCxnSpPr/>
          <p:nvPr/>
        </p:nvCxnSpPr>
        <p:spPr>
          <a:xfrm rot="16200000" flipH="1">
            <a:off x="5697683" y="3156296"/>
            <a:ext cx="3138696" cy="2171939"/>
          </a:xfrm>
          <a:prstGeom prst="bentConnector3">
            <a:avLst>
              <a:gd name="adj1" fmla="val 94155"/>
            </a:avLst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2916400" y="1608829"/>
            <a:ext cx="1440160" cy="89048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dirty="0"/>
              <a:t>00</a:t>
            </a:r>
            <a:r>
              <a:rPr lang="ko-KR" altLang="en-US" dirty="0"/>
              <a:t>실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3056045" y="2045578"/>
            <a:ext cx="1042222" cy="36004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AP04</a:t>
            </a:r>
            <a:endParaRPr lang="ko-KR" altLang="en-US" dirty="0"/>
          </a:p>
        </p:txBody>
      </p:sp>
      <p:cxnSp>
        <p:nvCxnSpPr>
          <p:cNvPr id="100" name="꺾인 연결선 99"/>
          <p:cNvCxnSpPr>
            <a:stCxn id="88" idx="2"/>
          </p:cNvCxnSpPr>
          <p:nvPr/>
        </p:nvCxnSpPr>
        <p:spPr>
          <a:xfrm rot="16200000" flipH="1">
            <a:off x="4551804" y="1430969"/>
            <a:ext cx="558239" cy="2507535"/>
          </a:xfrm>
          <a:prstGeom prst="bentConnector2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9" name="꺾인 연결선 118"/>
          <p:cNvCxnSpPr>
            <a:endCxn id="54" idx="1"/>
          </p:cNvCxnSpPr>
          <p:nvPr/>
        </p:nvCxnSpPr>
        <p:spPr>
          <a:xfrm rot="16200000" flipH="1">
            <a:off x="5852150" y="3196399"/>
            <a:ext cx="2733394" cy="2268311"/>
          </a:xfrm>
          <a:prstGeom prst="bentConnector2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265A4CF-8FF3-44BE-956A-004523AD07FE}"/>
              </a:ext>
            </a:extLst>
          </p:cNvPr>
          <p:cNvSpPr txBox="1"/>
          <p:nvPr/>
        </p:nvSpPr>
        <p:spPr>
          <a:xfrm>
            <a:off x="288107" y="44624"/>
            <a:ext cx="3838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OOOO</a:t>
            </a:r>
            <a:r>
              <a:rPr lang="ko-KR" altLang="en-US" dirty="0"/>
              <a:t>학교 네트워크 구성도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dirty="0" smtClean="0"/>
        </a:defPPr>
      </a:lstStyle>
      <a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a:style>
    </a:spDef>
    <a:lnDef>
      <a:spPr>
        <a:ln w="28575"/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사용자 지정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/>
  <cp:lastModifiedBy/>
  <cp:revision>8</cp:revision>
  <dcterms:created xsi:type="dcterms:W3CDTF">2016-06-15T09:35:27Z</dcterms:created>
  <dcterms:modified xsi:type="dcterms:W3CDTF">2023-04-17T11:29:58Z</dcterms:modified>
</cp:coreProperties>
</file>