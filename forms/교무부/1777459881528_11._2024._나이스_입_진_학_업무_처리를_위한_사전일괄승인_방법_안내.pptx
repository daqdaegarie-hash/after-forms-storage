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6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7E82D-F982-4511-B198-42C524C69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257A77-39E0-4303-AE61-DF7792398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79DE1D-979C-4F71-8C0E-73BC4482C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079-B3BF-4FFE-894D-661E96AC7963}" type="datetimeFigureOut">
              <a:rPr lang="ko-KR" altLang="en-US" smtClean="0"/>
              <a:t>2024-01-31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2B6C77-3FA7-4155-AE3F-1A41D8C2A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9B7788-74B5-424E-82E0-1FF1BF7D9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6728C-7255-4920-AD05-8EA9231DAA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42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728DCB-BE8B-4152-A886-4049AB018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A975FB-1C31-4BB1-B43B-6EE8C8937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E5D9F-8739-41DC-A220-B74A5D52F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079-B3BF-4FFE-894D-661E96AC7963}" type="datetimeFigureOut">
              <a:rPr lang="ko-KR" altLang="en-US" smtClean="0"/>
              <a:t>2024-01-31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62EF7-2FA0-4420-9672-B5AFCA839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EDC535-5F91-4556-BA99-F02D8299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6728C-7255-4920-AD05-8EA9231DAA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307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F303FC-E838-48EB-B01D-4AEE5A8B4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726905-8757-465D-973C-CB214EEB1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06490-DB46-4D89-B85B-C4502DAE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079-B3BF-4FFE-894D-661E96AC7963}" type="datetimeFigureOut">
              <a:rPr lang="ko-KR" altLang="en-US" smtClean="0"/>
              <a:t>2024-01-31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087908-0CE8-4545-A5B1-82D5EA616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DB29DE-FD54-4877-936C-821B5612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6728C-7255-4920-AD05-8EA9231DAA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81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86D655-8E89-47B3-8ADC-BF15B7B95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542644-FEEC-4B72-8E72-AA19C57893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D6667A-83E3-47E0-91A0-72739FC0F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C70E5F-7C5B-4397-A9D4-BE143F7EA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079-B3BF-4FFE-894D-661E96AC7963}" type="datetimeFigureOut">
              <a:rPr lang="ko-KR" altLang="en-US" smtClean="0"/>
              <a:t>2024-01-31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B5D679-8874-4EF0-8DDC-3917B6F25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728F4D-7552-482D-818E-8969064BB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6728C-7255-4920-AD05-8EA9231DAA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33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B4E3A-4EFD-4BF0-9A31-3B8CD55C1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F94ACF-65C1-4DCF-AA9B-142B114E3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508B52-A158-4606-BB8F-FE5C6EEB5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B482A6-BBA0-4BA2-8304-6C2D38D68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A8A440-A11F-46EC-B225-B799DD01F9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5EC9B62-5CF3-4FBF-B5A0-66D17FE2C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079-B3BF-4FFE-894D-661E96AC7963}" type="datetimeFigureOut">
              <a:rPr lang="ko-KR" altLang="en-US" smtClean="0"/>
              <a:t>2024-01-31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FF77D96-B1CA-4FB5-9F44-2886588C0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191654-6E21-4182-A742-D8815AB3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6728C-7255-4920-AD05-8EA9231DAA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33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89778-A858-4214-8897-CDEB1E5E0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4680F8-1CE1-4F6F-A0C6-01852064B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079-B3BF-4FFE-894D-661E96AC7963}" type="datetimeFigureOut">
              <a:rPr lang="ko-KR" altLang="en-US" smtClean="0"/>
              <a:t>2024-01-31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14EC39-4015-446E-B785-8784778B0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6E0B2C-3C7E-4A64-A330-D4F9B575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6728C-7255-4920-AD05-8EA9231DAA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342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A5D111-94F0-49D4-A2AB-75A4F9A25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079-B3BF-4FFE-894D-661E96AC7963}" type="datetimeFigureOut">
              <a:rPr lang="ko-KR" altLang="en-US" smtClean="0"/>
              <a:t>2024-01-31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AEF970-346E-48AE-8EA8-0699192E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F69771-71C2-4489-839A-37D67B16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6728C-7255-4920-AD05-8EA9231DAA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07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6EC2B-2960-4735-93DF-8659B5FCC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8CC5FA-008F-4729-AB55-2D4617B07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3BE27B-E24C-40A7-A988-AF4914034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8BCE6-8627-4AFB-A76E-2E3EEF8B8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079-B3BF-4FFE-894D-661E96AC7963}" type="datetimeFigureOut">
              <a:rPr lang="ko-KR" altLang="en-US" smtClean="0"/>
              <a:t>2024-01-31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9C0841-922E-49B5-BE85-AF06BFB6E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21C566-BCEE-4936-8B8A-EE2DF46EB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6728C-7255-4920-AD05-8EA9231DAA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341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30CED0-969E-4936-8A84-6D55A13A1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468257E-23B4-4068-8BD4-E8D394153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37ADC8-3411-49B0-AB8C-2E116DE23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F7C91A-025C-4CF4-BE71-A585E3403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079-B3BF-4FFE-894D-661E96AC7963}" type="datetimeFigureOut">
              <a:rPr lang="ko-KR" altLang="en-US" smtClean="0"/>
              <a:t>2024-01-31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63ED80-BEA7-4066-9334-B37E53332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FA7E1F-97EA-44D4-A695-44119014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6728C-7255-4920-AD05-8EA9231DAA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507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1452EA-E9BF-4B25-AE67-44C82DD9C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3B63EF-0091-4EEB-BE38-B3C66DB35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77017-73A6-41E6-AB0A-74B4A1330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079-B3BF-4FFE-894D-661E96AC7963}" type="datetimeFigureOut">
              <a:rPr lang="ko-KR" altLang="en-US" smtClean="0"/>
              <a:t>2024-01-31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AC1847-E219-4C04-A5A9-FC150074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D9586A-4238-44F2-A0B0-23141466C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6728C-7255-4920-AD05-8EA9231DAA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385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CAB2017-0A40-4D31-8C12-30C7835349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DA1CC5-0292-4EB3-8046-3E3CD510B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74387D-77C2-474B-AD3D-16918789F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97079-B3BF-4FFE-894D-661E96AC7963}" type="datetimeFigureOut">
              <a:rPr lang="ko-KR" altLang="en-US" smtClean="0"/>
              <a:t>2024-01-31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BAB8A4-8C98-4781-9A0D-A5D6DB1A6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95184-1172-46A9-85AA-FA731DA76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6728C-7255-4920-AD05-8EA9231DAA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409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D0C136-5D21-473C-9452-C590BDD66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7ADC61-7969-42EA-A081-07692D698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7EBAAF-8AB8-40A5-BD88-668040B1D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97079-B3BF-4FFE-894D-661E96AC7963}" type="datetimeFigureOut">
              <a:rPr lang="ko-KR" altLang="en-US" smtClean="0"/>
              <a:t>2024-01-31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83D9BB-0E3F-467F-A519-B0E9898B1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5FCC52-43BF-4561-A321-5DB7E419F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6728C-7255-4920-AD05-8EA9231DAA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940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F79589A-F74D-4AD5-8B3F-3B7FD68D9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2700" y="355600"/>
            <a:ext cx="10452100" cy="632625"/>
          </a:xfrm>
        </p:spPr>
        <p:txBody>
          <a:bodyPr>
            <a:normAutofit fontScale="25000" lnSpcReduction="20000"/>
          </a:bodyPr>
          <a:lstStyle/>
          <a:p>
            <a:pPr fontAlgn="base"/>
            <a:r>
              <a:rPr lang="ko-KR" altLang="en-US" sz="14400" dirty="0"/>
              <a:t>학생생활→ </a:t>
            </a:r>
            <a:r>
              <a:rPr lang="ko-KR" altLang="en-US" sz="14400" dirty="0" err="1"/>
              <a:t>진로정보관리→재학생동의여부관리</a:t>
            </a:r>
            <a:endParaRPr lang="ko-KR" altLang="en-US" sz="14400" dirty="0"/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0A870C6-BC82-4ACB-9608-33923BBEA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6625"/>
            <a:ext cx="12192000" cy="596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735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F79589A-F74D-4AD5-8B3F-3B7FD68D9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380253"/>
            <a:ext cx="10452100" cy="632625"/>
          </a:xfrm>
        </p:spPr>
        <p:txBody>
          <a:bodyPr>
            <a:normAutofit fontScale="25000" lnSpcReduction="20000"/>
          </a:bodyPr>
          <a:lstStyle/>
          <a:p>
            <a:pPr fontAlgn="base"/>
            <a:r>
              <a:rPr lang="ko-KR" altLang="en-US" sz="14400" dirty="0"/>
              <a:t>학생생활→ </a:t>
            </a:r>
            <a:r>
              <a:rPr lang="ko-KR" altLang="en-US" sz="14400" dirty="0" err="1"/>
              <a:t>진로정보관리→동의여부마감관리</a:t>
            </a:r>
            <a:endParaRPr lang="ko-KR" altLang="en-US" sz="14400" dirty="0"/>
          </a:p>
          <a:p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5C06F6F-81BA-4165-97BD-D900662C89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2878"/>
            <a:ext cx="12192000" cy="584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421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F79589A-F74D-4AD5-8B3F-3B7FD68D9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165100"/>
            <a:ext cx="9702800" cy="632625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sz="4400" dirty="0"/>
              <a:t>보건→ 건강기록부관리→ </a:t>
            </a:r>
            <a:r>
              <a:rPr lang="ko-KR" altLang="en-US" sz="4400" dirty="0" err="1"/>
              <a:t>건강기록부마감</a:t>
            </a:r>
            <a:endParaRPr lang="ko-KR" altLang="en-US" sz="4400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C60364-C739-4490-9CC6-13C86D8EE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7725"/>
            <a:ext cx="12192000" cy="606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0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5F79589A-F74D-4AD5-8B3F-3B7FD68D9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380253"/>
            <a:ext cx="10452100" cy="632625"/>
          </a:xfrm>
        </p:spPr>
        <p:txBody>
          <a:bodyPr>
            <a:normAutofit fontScale="32500" lnSpcReduction="20000"/>
          </a:bodyPr>
          <a:lstStyle/>
          <a:p>
            <a:pPr fontAlgn="base"/>
            <a:r>
              <a:rPr lang="ko-KR" altLang="en-US" sz="14400" dirty="0"/>
              <a:t>입학→ 진학관리→ </a:t>
            </a:r>
            <a:r>
              <a:rPr lang="ko-KR" altLang="en-US" sz="14400" dirty="0" err="1"/>
              <a:t>사전일괄승인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DE8114-C9BE-4043-9DF1-09440C3C3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2878"/>
            <a:ext cx="12192000" cy="584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445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</Words>
  <Application>Microsoft Office PowerPoint</Application>
  <PresentationFormat>와이드스크린</PresentationFormat>
  <Paragraphs>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규호 이</cp:lastModifiedBy>
  <cp:revision>5</cp:revision>
  <dcterms:created xsi:type="dcterms:W3CDTF">2024-01-30T07:02:58Z</dcterms:created>
  <dcterms:modified xsi:type="dcterms:W3CDTF">2024-01-31T11:42:05Z</dcterms:modified>
</cp:coreProperties>
</file>