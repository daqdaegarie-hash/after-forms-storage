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3"/>
  </p:notes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59" r:id="rId12"/>
    <p:sldId id="279" r:id="rId13"/>
    <p:sldId id="280" r:id="rId14"/>
    <p:sldId id="282" r:id="rId15"/>
    <p:sldId id="283" r:id="rId16"/>
    <p:sldId id="284" r:id="rId17"/>
    <p:sldId id="285" r:id="rId18"/>
    <p:sldId id="286" r:id="rId19"/>
    <p:sldId id="257" r:id="rId20"/>
    <p:sldId id="287" r:id="rId21"/>
    <p:sldId id="261" r:id="rId22"/>
  </p:sldIdLst>
  <p:sldSz cx="18288000" cy="10287000"/>
  <p:notesSz cx="6858000" cy="9144000"/>
  <p:embeddedFontLst>
    <p:embeddedFont>
      <p:font typeface="Cafe24 Dongdong" panose="03000600000000000000" charset="-127"/>
      <p:regular r:id="rId24"/>
    </p:embeddedFont>
    <p:embeddedFont>
      <p:font typeface="나눔스퀘어라운드 ExtraBold" panose="020B0600000101010101" pitchFamily="50" charset="-127"/>
      <p:bold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B1B1B1"/>
    <a:srgbClr val="616161"/>
    <a:srgbClr val="FFFF99"/>
    <a:srgbClr val="5DA1DF"/>
    <a:srgbClr val="B2D8FA"/>
    <a:srgbClr val="FAC090"/>
    <a:srgbClr val="CEAAE8"/>
    <a:srgbClr val="C2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0" autoAdjust="0"/>
    <p:restoredTop sz="85114" autoAdjust="0"/>
  </p:normalViewPr>
  <p:slideViewPr>
    <p:cSldViewPr>
      <p:cViewPr varScale="1">
        <p:scale>
          <a:sx n="73" d="100"/>
          <a:sy n="73" d="100"/>
        </p:scale>
        <p:origin x="858" y="6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C757C-8B98-46A7-BE2B-EB4F044590ED}" type="datetimeFigureOut">
              <a:rPr lang="ko-KR" altLang="en-US" smtClean="0"/>
              <a:t>2024-02-22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AB12C-D7DB-46A5-950C-7162FF73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134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&lt;</a:t>
            </a:r>
            <a:r>
              <a:rPr lang="ko-KR" altLang="en-US" dirty="0">
                <a:latin typeface="+mj-lt"/>
              </a:rPr>
              <a:t>사용한 폰트 안내</a:t>
            </a:r>
            <a:r>
              <a:rPr lang="en-US" altLang="ko-KR" dirty="0">
                <a:latin typeface="+mj-lt"/>
              </a:rPr>
              <a:t>&gt;</a:t>
            </a:r>
          </a:p>
          <a:p>
            <a:endParaRPr lang="en-US" altLang="ko-KR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+mj-lt"/>
              </a:rPr>
              <a:t>1. </a:t>
            </a:r>
            <a:r>
              <a:rPr lang="ko-KR" altLang="en-US" dirty="0" err="1">
                <a:latin typeface="+mj-lt"/>
              </a:rPr>
              <a:t>나눔스퀘어라운드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ExtraBold.ttf(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+mj-lt"/>
              </a:rPr>
              <a:t>상업적 용도를 포함하여 누구나 자유롭게 사용할 수 있음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+mj-lt"/>
              </a:rPr>
              <a:t>)</a:t>
            </a:r>
            <a:endParaRPr lang="ko-KR" altLang="en-US" dirty="0">
              <a:latin typeface="+mj-lt"/>
            </a:endParaRPr>
          </a:p>
          <a:p>
            <a:r>
              <a:rPr lang="en-US" altLang="ko-KR" dirty="0">
                <a:latin typeface="+mj-lt"/>
              </a:rPr>
              <a:t>https://hangeul.naver.com/font/nanum</a:t>
            </a:r>
          </a:p>
          <a:p>
            <a:endParaRPr lang="en-US" altLang="ko-KR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+mj-lt"/>
              </a:rPr>
              <a:t>2. </a:t>
            </a:r>
            <a:r>
              <a:rPr lang="ko-KR" altLang="en-US" dirty="0">
                <a:latin typeface="+mj-lt"/>
              </a:rPr>
              <a:t>카페</a:t>
            </a:r>
            <a:r>
              <a:rPr lang="en-US" altLang="ko-KR" dirty="0">
                <a:latin typeface="+mj-lt"/>
              </a:rPr>
              <a:t>24 </a:t>
            </a:r>
            <a:r>
              <a:rPr lang="ko-KR" altLang="en-US" dirty="0">
                <a:latin typeface="+mj-lt"/>
              </a:rPr>
              <a:t>동동</a:t>
            </a:r>
            <a:r>
              <a:rPr lang="en-US" altLang="ko-KR" dirty="0">
                <a:latin typeface="+mj-lt"/>
              </a:rPr>
              <a:t>.</a:t>
            </a:r>
            <a:r>
              <a:rPr lang="en-US" altLang="ko-KR" dirty="0" err="1">
                <a:latin typeface="+mj-lt"/>
              </a:rPr>
              <a:t>ttf</a:t>
            </a:r>
            <a:r>
              <a:rPr lang="en-US" altLang="ko-KR" dirty="0">
                <a:latin typeface="+mj-lt"/>
              </a:rPr>
              <a:t>(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+mj-lt"/>
              </a:rPr>
              <a:t>상업적 용도를 포함하여 누구나 자유롭게 사용할 수 있음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+mj-lt"/>
              </a:rPr>
              <a:t>)</a:t>
            </a:r>
            <a:endParaRPr lang="ko-KR" altLang="en-US" dirty="0">
              <a:latin typeface="+mj-lt"/>
            </a:endParaRPr>
          </a:p>
          <a:p>
            <a:r>
              <a:rPr lang="en-US" altLang="ko-KR" dirty="0">
                <a:latin typeface="+mj-lt"/>
              </a:rPr>
              <a:t>https://fonts.cafe24.</a:t>
            </a:r>
            <a:r>
              <a:rPr lang="en-US" altLang="ko-KR">
                <a:latin typeface="+mj-lt"/>
              </a:rPr>
              <a:t>com/</a:t>
            </a:r>
            <a:endParaRPr lang="ko-KR" altLang="en-US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AB12C-D7DB-46A5-950C-7162FF7343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46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AB12C-D7DB-46A5-950C-7162FF7343E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711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AB12C-D7DB-46A5-950C-7162FF7343E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200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AB12C-D7DB-46A5-950C-7162FF7343E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88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AB12C-D7DB-46A5-950C-7162FF7343E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591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svg"/><Relationship Id="rId7" Type="http://schemas.openxmlformats.org/officeDocument/2006/relationships/image" Target="../media/image2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6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F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0425">
            <a:off x="17209635" y="2222353"/>
            <a:ext cx="1252020" cy="1918137"/>
          </a:xfrm>
          <a:custGeom>
            <a:avLst/>
            <a:gdLst/>
            <a:ahLst/>
            <a:cxnLst/>
            <a:rect l="l" t="t" r="r" b="b"/>
            <a:pathLst>
              <a:path w="1252020" h="1918137">
                <a:moveTo>
                  <a:pt x="0" y="0"/>
                </a:moveTo>
                <a:lnTo>
                  <a:pt x="1252020" y="0"/>
                </a:lnTo>
                <a:lnTo>
                  <a:pt x="1252020" y="1918137"/>
                </a:lnTo>
                <a:lnTo>
                  <a:pt x="0" y="19181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 rot="-720880">
            <a:off x="6140400" y="392173"/>
            <a:ext cx="2767353" cy="2561059"/>
          </a:xfrm>
          <a:custGeom>
            <a:avLst/>
            <a:gdLst/>
            <a:ahLst/>
            <a:cxnLst/>
            <a:rect l="l" t="t" r="r" b="b"/>
            <a:pathLst>
              <a:path w="2767353" h="2561059">
                <a:moveTo>
                  <a:pt x="0" y="0"/>
                </a:moveTo>
                <a:lnTo>
                  <a:pt x="2767353" y="0"/>
                </a:lnTo>
                <a:lnTo>
                  <a:pt x="2767353" y="2561059"/>
                </a:lnTo>
                <a:lnTo>
                  <a:pt x="0" y="2561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 rot="-1437166">
            <a:off x="10752105" y="8499879"/>
            <a:ext cx="2439686" cy="2471137"/>
          </a:xfrm>
          <a:custGeom>
            <a:avLst/>
            <a:gdLst/>
            <a:ahLst/>
            <a:cxnLst/>
            <a:rect l="l" t="t" r="r" b="b"/>
            <a:pathLst>
              <a:path w="2439686" h="2471137">
                <a:moveTo>
                  <a:pt x="0" y="0"/>
                </a:moveTo>
                <a:lnTo>
                  <a:pt x="2439686" y="0"/>
                </a:lnTo>
                <a:lnTo>
                  <a:pt x="2439686" y="2471136"/>
                </a:lnTo>
                <a:lnTo>
                  <a:pt x="0" y="24711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 rot="1671250">
            <a:off x="13878745" y="5807687"/>
            <a:ext cx="2902667" cy="2765450"/>
          </a:xfrm>
          <a:custGeom>
            <a:avLst/>
            <a:gdLst/>
            <a:ahLst/>
            <a:cxnLst/>
            <a:rect l="l" t="t" r="r" b="b"/>
            <a:pathLst>
              <a:path w="2902667" h="2765450">
                <a:moveTo>
                  <a:pt x="0" y="0"/>
                </a:moveTo>
                <a:lnTo>
                  <a:pt x="2902666" y="0"/>
                </a:lnTo>
                <a:lnTo>
                  <a:pt x="2902666" y="2765450"/>
                </a:lnTo>
                <a:lnTo>
                  <a:pt x="0" y="27654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3573757" y="1672703"/>
            <a:ext cx="13037371" cy="4783475"/>
            <a:chOff x="0" y="0"/>
            <a:chExt cx="40075520" cy="14703904"/>
          </a:xfrm>
        </p:grpSpPr>
        <p:sp>
          <p:nvSpPr>
            <p:cNvPr id="7" name="Freeform 7"/>
            <p:cNvSpPr/>
            <p:nvPr/>
          </p:nvSpPr>
          <p:spPr>
            <a:xfrm>
              <a:off x="31750" y="31750"/>
              <a:ext cx="40012020" cy="14640404"/>
            </a:xfrm>
            <a:custGeom>
              <a:avLst/>
              <a:gdLst/>
              <a:ahLst/>
              <a:cxnLst/>
              <a:rect l="l" t="t" r="r" b="b"/>
              <a:pathLst>
                <a:path w="40012020" h="14640404">
                  <a:moveTo>
                    <a:pt x="39919309" y="14640404"/>
                  </a:moveTo>
                  <a:lnTo>
                    <a:pt x="92710" y="14640404"/>
                  </a:lnTo>
                  <a:cubicBezTo>
                    <a:pt x="41910" y="14640404"/>
                    <a:pt x="0" y="14598493"/>
                    <a:pt x="0" y="1454769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9918041" y="0"/>
                  </a:lnTo>
                  <a:cubicBezTo>
                    <a:pt x="39968841" y="0"/>
                    <a:pt x="40010748" y="41910"/>
                    <a:pt x="40010748" y="92710"/>
                  </a:cubicBezTo>
                  <a:lnTo>
                    <a:pt x="40010748" y="14546424"/>
                  </a:lnTo>
                  <a:cubicBezTo>
                    <a:pt x="40012020" y="14598493"/>
                    <a:pt x="39970109" y="14640404"/>
                    <a:pt x="39919309" y="146404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40075520" cy="14703904"/>
            </a:xfrm>
            <a:custGeom>
              <a:avLst/>
              <a:gdLst/>
              <a:ahLst/>
              <a:cxnLst/>
              <a:rect l="l" t="t" r="r" b="b"/>
              <a:pathLst>
                <a:path w="40075520" h="14703904">
                  <a:moveTo>
                    <a:pt x="39951059" y="59690"/>
                  </a:moveTo>
                  <a:cubicBezTo>
                    <a:pt x="39986620" y="59690"/>
                    <a:pt x="40015830" y="88900"/>
                    <a:pt x="40015830" y="124460"/>
                  </a:cubicBezTo>
                  <a:lnTo>
                    <a:pt x="40015830" y="14579445"/>
                  </a:lnTo>
                  <a:cubicBezTo>
                    <a:pt x="40015830" y="14615004"/>
                    <a:pt x="39986620" y="14644215"/>
                    <a:pt x="39951059" y="14644215"/>
                  </a:cubicBezTo>
                  <a:lnTo>
                    <a:pt x="124460" y="14644215"/>
                  </a:lnTo>
                  <a:cubicBezTo>
                    <a:pt x="88900" y="14644215"/>
                    <a:pt x="59690" y="14615004"/>
                    <a:pt x="59690" y="145794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9951059" y="59690"/>
                  </a:lnTo>
                  <a:moveTo>
                    <a:pt x="3995105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579445"/>
                  </a:lnTo>
                  <a:cubicBezTo>
                    <a:pt x="0" y="14648024"/>
                    <a:pt x="55880" y="14703904"/>
                    <a:pt x="124460" y="14703904"/>
                  </a:cubicBezTo>
                  <a:lnTo>
                    <a:pt x="39951059" y="14703904"/>
                  </a:lnTo>
                  <a:cubicBezTo>
                    <a:pt x="40019641" y="14703904"/>
                    <a:pt x="40075520" y="14648024"/>
                    <a:pt x="40075520" y="14579445"/>
                  </a:cubicBezTo>
                  <a:lnTo>
                    <a:pt x="40075520" y="124460"/>
                  </a:lnTo>
                  <a:cubicBezTo>
                    <a:pt x="40075520" y="55880"/>
                    <a:pt x="40019641" y="0"/>
                    <a:pt x="39951059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023766" y="3183712"/>
            <a:ext cx="13913420" cy="2385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800"/>
              </a:lnSpc>
            </a:pPr>
            <a:r>
              <a:rPr lang="ko-KR" altLang="en-US" sz="15000" dirty="0">
                <a:solidFill>
                  <a:srgbClr val="25314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학급 규칙 만들기</a:t>
            </a:r>
            <a:endParaRPr lang="en-US" sz="15000" dirty="0">
              <a:solidFill>
                <a:srgbClr val="25314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374580" y="2517168"/>
            <a:ext cx="10654568" cy="55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ko-KR" altLang="en-US" sz="4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평화로운 공동체 생활을 위한</a:t>
            </a:r>
            <a:endParaRPr lang="en-US" sz="40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2" name="Freeform 12"/>
          <p:cNvSpPr/>
          <p:nvPr/>
        </p:nvSpPr>
        <p:spPr>
          <a:xfrm rot="1343575">
            <a:off x="1459906" y="1580833"/>
            <a:ext cx="1674700" cy="1751113"/>
          </a:xfrm>
          <a:custGeom>
            <a:avLst/>
            <a:gdLst/>
            <a:ahLst/>
            <a:cxnLst/>
            <a:rect l="l" t="t" r="r" b="b"/>
            <a:pathLst>
              <a:path w="1674700" h="1751113">
                <a:moveTo>
                  <a:pt x="0" y="0"/>
                </a:moveTo>
                <a:lnTo>
                  <a:pt x="1674701" y="0"/>
                </a:lnTo>
                <a:lnTo>
                  <a:pt x="1674701" y="1751113"/>
                </a:lnTo>
                <a:lnTo>
                  <a:pt x="0" y="17511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-24875" y="-311375"/>
            <a:ext cx="2044424" cy="10909749"/>
            <a:chOff x="0" y="0"/>
            <a:chExt cx="6284347" cy="33535433"/>
          </a:xfrm>
        </p:grpSpPr>
        <p:sp>
          <p:nvSpPr>
            <p:cNvPr id="14" name="Freeform 14"/>
            <p:cNvSpPr/>
            <p:nvPr/>
          </p:nvSpPr>
          <p:spPr>
            <a:xfrm>
              <a:off x="31750" y="31750"/>
              <a:ext cx="6220847" cy="33471932"/>
            </a:xfrm>
            <a:custGeom>
              <a:avLst/>
              <a:gdLst/>
              <a:ahLst/>
              <a:cxnLst/>
              <a:rect l="l" t="t" r="r" b="b"/>
              <a:pathLst>
                <a:path w="6220847" h="33471932">
                  <a:moveTo>
                    <a:pt x="6128137" y="33471932"/>
                  </a:moveTo>
                  <a:lnTo>
                    <a:pt x="92710" y="33471932"/>
                  </a:lnTo>
                  <a:cubicBezTo>
                    <a:pt x="41910" y="33471932"/>
                    <a:pt x="0" y="33430021"/>
                    <a:pt x="0" y="3337922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126867" y="0"/>
                  </a:lnTo>
                  <a:cubicBezTo>
                    <a:pt x="6177667" y="0"/>
                    <a:pt x="6219577" y="41910"/>
                    <a:pt x="6219577" y="92710"/>
                  </a:cubicBezTo>
                  <a:lnTo>
                    <a:pt x="6219577" y="33377953"/>
                  </a:lnTo>
                  <a:cubicBezTo>
                    <a:pt x="6220847" y="33430021"/>
                    <a:pt x="6178937" y="33471932"/>
                    <a:pt x="6128137" y="33471932"/>
                  </a:cubicBezTo>
                  <a:close/>
                </a:path>
              </a:pathLst>
            </a:custGeom>
            <a:solidFill>
              <a:srgbClr val="5DA1D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6284347" cy="33535432"/>
            </a:xfrm>
            <a:custGeom>
              <a:avLst/>
              <a:gdLst/>
              <a:ahLst/>
              <a:cxnLst/>
              <a:rect l="l" t="t" r="r" b="b"/>
              <a:pathLst>
                <a:path w="6284347" h="33535432">
                  <a:moveTo>
                    <a:pt x="6159887" y="59690"/>
                  </a:moveTo>
                  <a:cubicBezTo>
                    <a:pt x="6195447" y="59690"/>
                    <a:pt x="6224657" y="88900"/>
                    <a:pt x="6224657" y="124460"/>
                  </a:cubicBezTo>
                  <a:lnTo>
                    <a:pt x="6224657" y="33410971"/>
                  </a:lnTo>
                  <a:cubicBezTo>
                    <a:pt x="6224657" y="33446532"/>
                    <a:pt x="6195447" y="33475743"/>
                    <a:pt x="6159887" y="33475743"/>
                  </a:cubicBezTo>
                  <a:lnTo>
                    <a:pt x="124460" y="33475743"/>
                  </a:lnTo>
                  <a:cubicBezTo>
                    <a:pt x="88900" y="33475743"/>
                    <a:pt x="59690" y="33446532"/>
                    <a:pt x="59690" y="334109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159887" y="59690"/>
                  </a:lnTo>
                  <a:moveTo>
                    <a:pt x="615988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3410971"/>
                  </a:lnTo>
                  <a:cubicBezTo>
                    <a:pt x="0" y="33479553"/>
                    <a:pt x="55880" y="33535432"/>
                    <a:pt x="124460" y="33535432"/>
                  </a:cubicBezTo>
                  <a:lnTo>
                    <a:pt x="6159887" y="33535432"/>
                  </a:lnTo>
                  <a:cubicBezTo>
                    <a:pt x="6228467" y="33535432"/>
                    <a:pt x="6284347" y="33479553"/>
                    <a:pt x="6284347" y="33410971"/>
                  </a:cubicBezTo>
                  <a:lnTo>
                    <a:pt x="6284347" y="124460"/>
                  </a:lnTo>
                  <a:cubicBezTo>
                    <a:pt x="6284347" y="55880"/>
                    <a:pt x="6228467" y="0"/>
                    <a:pt x="6159887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573757" y="7838326"/>
            <a:ext cx="4262040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altLang="ko-KR" sz="5800" dirty="0">
                <a:solidFill>
                  <a:srgbClr val="25314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OO</a:t>
            </a:r>
            <a:r>
              <a:rPr lang="ko-KR" altLang="en-US" sz="5800" dirty="0">
                <a:solidFill>
                  <a:srgbClr val="25314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고등학교</a:t>
            </a:r>
            <a:endParaRPr lang="en-US" sz="5800" dirty="0">
              <a:solidFill>
                <a:srgbClr val="25314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573757" y="8725524"/>
            <a:ext cx="3373298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 rot="702352">
            <a:off x="11849522" y="-794032"/>
            <a:ext cx="2845948" cy="1852453"/>
          </a:xfrm>
          <a:custGeom>
            <a:avLst/>
            <a:gdLst/>
            <a:ahLst/>
            <a:cxnLst/>
            <a:rect l="l" t="t" r="r" b="b"/>
            <a:pathLst>
              <a:path w="2845948" h="1852453">
                <a:moveTo>
                  <a:pt x="0" y="0"/>
                </a:moveTo>
                <a:lnTo>
                  <a:pt x="2845948" y="0"/>
                </a:lnTo>
                <a:lnTo>
                  <a:pt x="2845948" y="1852454"/>
                </a:lnTo>
                <a:lnTo>
                  <a:pt x="0" y="18524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/>
          <p:cNvSpPr/>
          <p:nvPr/>
        </p:nvSpPr>
        <p:spPr>
          <a:xfrm rot="-3401726">
            <a:off x="2339072" y="5498769"/>
            <a:ext cx="2131882" cy="1914818"/>
          </a:xfrm>
          <a:custGeom>
            <a:avLst/>
            <a:gdLst/>
            <a:ahLst/>
            <a:cxnLst/>
            <a:rect l="l" t="t" r="r" b="b"/>
            <a:pathLst>
              <a:path w="2131882" h="1914818">
                <a:moveTo>
                  <a:pt x="0" y="0"/>
                </a:moveTo>
                <a:lnTo>
                  <a:pt x="2131883" y="0"/>
                </a:lnTo>
                <a:lnTo>
                  <a:pt x="2131883" y="1914818"/>
                </a:lnTo>
                <a:lnTo>
                  <a:pt x="0" y="19148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F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2659" y="928516"/>
            <a:ext cx="164047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6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 규칙 만들기</a:t>
            </a:r>
            <a:r>
              <a:rPr lang="en-US" altLang="ko-KR" sz="6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(2</a:t>
            </a:r>
            <a:r>
              <a:rPr lang="ko-KR" altLang="en-US" sz="6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차시용</a:t>
            </a:r>
            <a:r>
              <a:rPr lang="en-US" altLang="ko-KR" sz="6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 </a:t>
            </a:r>
            <a:r>
              <a:rPr lang="ko-KR" altLang="en-US" sz="6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활동 전 안내 사항</a:t>
            </a:r>
            <a:endParaRPr lang="en-US" sz="60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57200" y="2297243"/>
            <a:ext cx="17260668" cy="7751262"/>
            <a:chOff x="0" y="0"/>
            <a:chExt cx="46952562" cy="17403304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46889064" cy="17339804"/>
            </a:xfrm>
            <a:custGeom>
              <a:avLst/>
              <a:gdLst/>
              <a:ahLst/>
              <a:cxnLst/>
              <a:rect l="l" t="t" r="r" b="b"/>
              <a:pathLst>
                <a:path w="46889064" h="17339804">
                  <a:moveTo>
                    <a:pt x="46796353" y="17339804"/>
                  </a:moveTo>
                  <a:lnTo>
                    <a:pt x="92710" y="17339804"/>
                  </a:lnTo>
                  <a:cubicBezTo>
                    <a:pt x="41910" y="17339804"/>
                    <a:pt x="0" y="17297895"/>
                    <a:pt x="0" y="172470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6795082" y="0"/>
                  </a:lnTo>
                  <a:cubicBezTo>
                    <a:pt x="46845882" y="0"/>
                    <a:pt x="46887792" y="41910"/>
                    <a:pt x="46887792" y="92710"/>
                  </a:cubicBezTo>
                  <a:lnTo>
                    <a:pt x="46887792" y="17245825"/>
                  </a:lnTo>
                  <a:cubicBezTo>
                    <a:pt x="46889064" y="17297895"/>
                    <a:pt x="46847153" y="17339804"/>
                    <a:pt x="46796353" y="173398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6952564" cy="17403305"/>
            </a:xfrm>
            <a:custGeom>
              <a:avLst/>
              <a:gdLst/>
              <a:ahLst/>
              <a:cxnLst/>
              <a:rect l="l" t="t" r="r" b="b"/>
              <a:pathLst>
                <a:path w="46952564" h="17403305">
                  <a:moveTo>
                    <a:pt x="46828103" y="59690"/>
                  </a:moveTo>
                  <a:cubicBezTo>
                    <a:pt x="46863664" y="59690"/>
                    <a:pt x="46892871" y="88900"/>
                    <a:pt x="46892871" y="124460"/>
                  </a:cubicBezTo>
                  <a:lnTo>
                    <a:pt x="46892871" y="17278845"/>
                  </a:lnTo>
                  <a:cubicBezTo>
                    <a:pt x="46892871" y="17314405"/>
                    <a:pt x="46863664" y="17343614"/>
                    <a:pt x="46828103" y="17343614"/>
                  </a:cubicBezTo>
                  <a:lnTo>
                    <a:pt x="124460" y="17343614"/>
                  </a:lnTo>
                  <a:cubicBezTo>
                    <a:pt x="88900" y="17343614"/>
                    <a:pt x="59690" y="17314405"/>
                    <a:pt x="59690" y="172788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6828103" y="59690"/>
                  </a:lnTo>
                  <a:moveTo>
                    <a:pt x="468281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278845"/>
                  </a:lnTo>
                  <a:cubicBezTo>
                    <a:pt x="0" y="17347425"/>
                    <a:pt x="55880" y="17403305"/>
                    <a:pt x="124460" y="17403305"/>
                  </a:cubicBezTo>
                  <a:lnTo>
                    <a:pt x="46828103" y="17403305"/>
                  </a:lnTo>
                  <a:cubicBezTo>
                    <a:pt x="46896682" y="17403305"/>
                    <a:pt x="46952564" y="17347425"/>
                    <a:pt x="46952564" y="17278845"/>
                  </a:cubicBezTo>
                  <a:lnTo>
                    <a:pt x="46952564" y="124460"/>
                  </a:lnTo>
                  <a:cubicBezTo>
                    <a:pt x="46952564" y="55880"/>
                    <a:pt x="46896682" y="0"/>
                    <a:pt x="46828103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Freeform 7"/>
          <p:cNvSpPr/>
          <p:nvPr/>
        </p:nvSpPr>
        <p:spPr>
          <a:xfrm rot="-3401726">
            <a:off x="337611" y="1516258"/>
            <a:ext cx="1207972" cy="1084979"/>
          </a:xfrm>
          <a:custGeom>
            <a:avLst/>
            <a:gdLst/>
            <a:ahLst/>
            <a:cxnLst/>
            <a:rect l="l" t="t" r="r" b="b"/>
            <a:pathLst>
              <a:path w="2131882" h="1914818">
                <a:moveTo>
                  <a:pt x="0" y="0"/>
                </a:moveTo>
                <a:lnTo>
                  <a:pt x="2131882" y="0"/>
                </a:lnTo>
                <a:lnTo>
                  <a:pt x="2131882" y="1914818"/>
                </a:lnTo>
                <a:lnTo>
                  <a:pt x="0" y="191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F1484EB-A8E5-DC85-5D0D-4432B19DAB04}"/>
              </a:ext>
            </a:extLst>
          </p:cNvPr>
          <p:cNvGrpSpPr/>
          <p:nvPr/>
        </p:nvGrpSpPr>
        <p:grpSpPr>
          <a:xfrm>
            <a:off x="15769788" y="8265013"/>
            <a:ext cx="2472261" cy="2021987"/>
            <a:chOff x="14204639" y="6398113"/>
            <a:chExt cx="4137586" cy="3384006"/>
          </a:xfrm>
        </p:grpSpPr>
        <p:sp>
          <p:nvSpPr>
            <p:cNvPr id="8" name="Freeform 8"/>
            <p:cNvSpPr/>
            <p:nvPr/>
          </p:nvSpPr>
          <p:spPr>
            <a:xfrm>
              <a:off x="15287564" y="6903360"/>
              <a:ext cx="2177389" cy="2878759"/>
            </a:xfrm>
            <a:custGeom>
              <a:avLst/>
              <a:gdLst/>
              <a:ahLst/>
              <a:cxnLst/>
              <a:rect l="l" t="t" r="r" b="b"/>
              <a:pathLst>
                <a:path w="2177389" h="2878759">
                  <a:moveTo>
                    <a:pt x="0" y="0"/>
                  </a:moveTo>
                  <a:lnTo>
                    <a:pt x="2177389" y="0"/>
                  </a:lnTo>
                  <a:lnTo>
                    <a:pt x="2177389" y="2878759"/>
                  </a:lnTo>
                  <a:lnTo>
                    <a:pt x="0" y="2878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 rot="-961650" flipH="1">
              <a:off x="17433777" y="6398113"/>
              <a:ext cx="908448" cy="1391772"/>
            </a:xfrm>
            <a:custGeom>
              <a:avLst/>
              <a:gdLst/>
              <a:ahLst/>
              <a:cxnLst/>
              <a:rect l="l" t="t" r="r" b="b"/>
              <a:pathLst>
                <a:path w="908448" h="1391772">
                  <a:moveTo>
                    <a:pt x="908448" y="0"/>
                  </a:moveTo>
                  <a:lnTo>
                    <a:pt x="0" y="0"/>
                  </a:lnTo>
                  <a:lnTo>
                    <a:pt x="0" y="1391773"/>
                  </a:lnTo>
                  <a:lnTo>
                    <a:pt x="908448" y="1391773"/>
                  </a:lnTo>
                  <a:lnTo>
                    <a:pt x="908448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 rot="-961650">
              <a:off x="14204639" y="8227529"/>
              <a:ext cx="908448" cy="1391772"/>
            </a:xfrm>
            <a:custGeom>
              <a:avLst/>
              <a:gdLst/>
              <a:ahLst/>
              <a:cxnLst/>
              <a:rect l="l" t="t" r="r" b="b"/>
              <a:pathLst>
                <a:path w="908448" h="1391772">
                  <a:moveTo>
                    <a:pt x="0" y="0"/>
                  </a:moveTo>
                  <a:lnTo>
                    <a:pt x="908448" y="0"/>
                  </a:lnTo>
                  <a:lnTo>
                    <a:pt x="908448" y="1391772"/>
                  </a:lnTo>
                  <a:lnTo>
                    <a:pt x="0" y="1391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E4B4C7D8-DBDF-1461-C3F9-3B3F85060DDE}"/>
              </a:ext>
            </a:extLst>
          </p:cNvPr>
          <p:cNvSpPr txBox="1">
            <a:spLocks/>
          </p:cNvSpPr>
          <p:nvPr/>
        </p:nvSpPr>
        <p:spPr>
          <a:xfrm>
            <a:off x="1735807" y="2719384"/>
            <a:ext cx="16279603" cy="66391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itchFamily="34" charset="0"/>
              <a:buNone/>
            </a:pP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학생들에게 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3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월 중순까지 학교 </a:t>
            </a:r>
            <a:r>
              <a:rPr lang="ko-KR" altLang="en-US" sz="4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학생생활제규정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읽기를 안내하고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b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3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월 말에 학급 규칙 만들기 활동 시간을 미리 공지한다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lnSpc>
                <a:spcPct val="110000"/>
              </a:lnSpc>
              <a:buFont typeface="Arial" pitchFamily="34" charset="0"/>
              <a:buNone/>
            </a:pPr>
            <a:endParaRPr lang="en-US" altLang="ko-KR" sz="24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lnSpc>
                <a:spcPct val="110000"/>
              </a:lnSpc>
              <a:buFont typeface="Arial" pitchFamily="34" charset="0"/>
              <a:buNone/>
            </a:pP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창의적체험활동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(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학급 자율활동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)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시간에 학급 반장과 부반장이 학급규칙 </a:t>
            </a:r>
            <a:b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만들기 회의를 진행할거라고 안내한 후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담임교사는 학급 반장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부반장과 </a:t>
            </a:r>
            <a:b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함께 사전 모임을 갖는다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lnSpc>
                <a:spcPct val="110000"/>
              </a:lnSpc>
              <a:buFont typeface="Arial" pitchFamily="34" charset="0"/>
              <a:buNone/>
            </a:pPr>
            <a:endParaRPr lang="en-US" altLang="ko-KR" sz="24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담임교사는 사전 모임에서 회의 진행 순서 및 방식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유의할 사항 등을 안내한다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endParaRPr lang="en-US" altLang="ko-KR" sz="24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Font typeface="Arial" pitchFamily="34" charset="0"/>
              <a:buNone/>
            </a:pP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담임교사는 회의 때 필요한 물품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(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전지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 </a:t>
            </a:r>
            <a:r>
              <a:rPr lang="ko-KR" altLang="en-US" sz="4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잇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색깔 펜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투표용 스티커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등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)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을 </a:t>
            </a:r>
            <a:b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준비하여 부반장에게 전달한다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FD212C-BCC2-079C-1E09-6BB7CB7BD9BC}"/>
              </a:ext>
            </a:extLst>
          </p:cNvPr>
          <p:cNvGrpSpPr/>
          <p:nvPr/>
        </p:nvGrpSpPr>
        <p:grpSpPr>
          <a:xfrm>
            <a:off x="843436" y="2911856"/>
            <a:ext cx="850066" cy="850066"/>
            <a:chOff x="1595502" y="3504511"/>
            <a:chExt cx="850066" cy="850066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F11E1E9-92CC-148C-5AA9-444AF86C32B3}"/>
                </a:ext>
              </a:extLst>
            </p:cNvPr>
            <p:cNvGrpSpPr/>
            <p:nvPr/>
          </p:nvGrpSpPr>
          <p:grpSpPr>
            <a:xfrm>
              <a:off x="1595502" y="3504511"/>
              <a:ext cx="850066" cy="850066"/>
              <a:chOff x="1595502" y="3607635"/>
              <a:chExt cx="850066" cy="850066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915434FC-2272-9916-0F4C-BB0DE3B7E85A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5DA1DF"/>
                  </a:solidFill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451F59B6-309F-AA9A-384B-128D20056D2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5DA1DF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58C93C-7080-B866-9C92-51AC0CC82398}"/>
                </a:ext>
              </a:extLst>
            </p:cNvPr>
            <p:cNvSpPr txBox="1"/>
            <p:nvPr/>
          </p:nvSpPr>
          <p:spPr>
            <a:xfrm>
              <a:off x="1735791" y="3580246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35871C5-13B6-27BC-B2E0-1894A5519C8B}"/>
              </a:ext>
            </a:extLst>
          </p:cNvPr>
          <p:cNvGrpSpPr/>
          <p:nvPr/>
        </p:nvGrpSpPr>
        <p:grpSpPr>
          <a:xfrm>
            <a:off x="843436" y="4758523"/>
            <a:ext cx="850066" cy="850066"/>
            <a:chOff x="6877140" y="3504511"/>
            <a:chExt cx="850066" cy="850066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E0181AC-F585-29BB-FCC5-309DDE3020B0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FB88C65-AC51-49CF-EEA0-BA34A027D0C3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B05DD5FF-CB3A-6A52-DEF7-30D9D7941C5A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1EA135-B600-6B26-CDBE-7861A982F25E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F2BF1D9-EC5B-14C3-5C95-41CA39DFD863}"/>
              </a:ext>
            </a:extLst>
          </p:cNvPr>
          <p:cNvGrpSpPr/>
          <p:nvPr/>
        </p:nvGrpSpPr>
        <p:grpSpPr>
          <a:xfrm>
            <a:off x="843436" y="6531922"/>
            <a:ext cx="850066" cy="850066"/>
            <a:chOff x="12308749" y="3506093"/>
            <a:chExt cx="850066" cy="850066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F3AB461-9A04-F797-F38F-4E425C05532A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550F0B61-685D-528F-1B59-09DA93B487E4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D313349D-2F65-95A0-B41B-DFAE97C24E0A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E8B5177-87FA-B5C3-5A99-BBBFB86BDDD9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9A13ABE-229F-B7EF-6BFE-912F97C76202}"/>
              </a:ext>
            </a:extLst>
          </p:cNvPr>
          <p:cNvGrpSpPr/>
          <p:nvPr/>
        </p:nvGrpSpPr>
        <p:grpSpPr>
          <a:xfrm>
            <a:off x="839275" y="7975616"/>
            <a:ext cx="850066" cy="850066"/>
            <a:chOff x="12308749" y="3506093"/>
            <a:chExt cx="850066" cy="850066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36BF059F-ABE4-E065-6602-A4792E6F004B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8872494B-FAA4-518B-21C2-36690A43C325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5B38C364-FE97-D326-DC63-B78ECA07E68C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D7D0B1C-1292-3BD3-391A-65B66121E96A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544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">
            <a:extLst>
              <a:ext uri="{FF2B5EF4-FFF2-40B4-BE49-F238E27FC236}">
                <a16:creationId xmlns:a16="http://schemas.microsoft.com/office/drawing/2014/main" id="{59A07C50-DEB3-0C1A-2EBA-0EA30E91EE8E}"/>
              </a:ext>
            </a:extLst>
          </p:cNvPr>
          <p:cNvGrpSpPr/>
          <p:nvPr/>
        </p:nvGrpSpPr>
        <p:grpSpPr>
          <a:xfrm>
            <a:off x="457200" y="2297243"/>
            <a:ext cx="17260668" cy="7751262"/>
            <a:chOff x="0" y="0"/>
            <a:chExt cx="46952562" cy="17403304"/>
          </a:xfrm>
        </p:grpSpPr>
        <p:sp>
          <p:nvSpPr>
            <p:cNvPr id="37" name="Freeform 4">
              <a:extLst>
                <a:ext uri="{FF2B5EF4-FFF2-40B4-BE49-F238E27FC236}">
                  <a16:creationId xmlns:a16="http://schemas.microsoft.com/office/drawing/2014/main" id="{91436E54-59EC-00CD-F467-828C96BCABE7}"/>
                </a:ext>
              </a:extLst>
            </p:cNvPr>
            <p:cNvSpPr/>
            <p:nvPr/>
          </p:nvSpPr>
          <p:spPr>
            <a:xfrm>
              <a:off x="31750" y="31750"/>
              <a:ext cx="46889064" cy="17339804"/>
            </a:xfrm>
            <a:custGeom>
              <a:avLst/>
              <a:gdLst/>
              <a:ahLst/>
              <a:cxnLst/>
              <a:rect l="l" t="t" r="r" b="b"/>
              <a:pathLst>
                <a:path w="46889064" h="17339804">
                  <a:moveTo>
                    <a:pt x="46796353" y="17339804"/>
                  </a:moveTo>
                  <a:lnTo>
                    <a:pt x="92710" y="17339804"/>
                  </a:lnTo>
                  <a:cubicBezTo>
                    <a:pt x="41910" y="17339804"/>
                    <a:pt x="0" y="17297895"/>
                    <a:pt x="0" y="172470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6795082" y="0"/>
                  </a:lnTo>
                  <a:cubicBezTo>
                    <a:pt x="46845882" y="0"/>
                    <a:pt x="46887792" y="41910"/>
                    <a:pt x="46887792" y="92710"/>
                  </a:cubicBezTo>
                  <a:lnTo>
                    <a:pt x="46887792" y="17245825"/>
                  </a:lnTo>
                  <a:cubicBezTo>
                    <a:pt x="46889064" y="17297895"/>
                    <a:pt x="46847153" y="17339804"/>
                    <a:pt x="46796353" y="173398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FD9CADA9-43EA-10F0-9273-7B1976578B21}"/>
                </a:ext>
              </a:extLst>
            </p:cNvPr>
            <p:cNvSpPr/>
            <p:nvPr/>
          </p:nvSpPr>
          <p:spPr>
            <a:xfrm>
              <a:off x="0" y="0"/>
              <a:ext cx="46952564" cy="17403305"/>
            </a:xfrm>
            <a:custGeom>
              <a:avLst/>
              <a:gdLst/>
              <a:ahLst/>
              <a:cxnLst/>
              <a:rect l="l" t="t" r="r" b="b"/>
              <a:pathLst>
                <a:path w="46952564" h="17403305">
                  <a:moveTo>
                    <a:pt x="46828103" y="59690"/>
                  </a:moveTo>
                  <a:cubicBezTo>
                    <a:pt x="46863664" y="59690"/>
                    <a:pt x="46892871" y="88900"/>
                    <a:pt x="46892871" y="124460"/>
                  </a:cubicBezTo>
                  <a:lnTo>
                    <a:pt x="46892871" y="17278845"/>
                  </a:lnTo>
                  <a:cubicBezTo>
                    <a:pt x="46892871" y="17314405"/>
                    <a:pt x="46863664" y="17343614"/>
                    <a:pt x="46828103" y="17343614"/>
                  </a:cubicBezTo>
                  <a:lnTo>
                    <a:pt x="124460" y="17343614"/>
                  </a:lnTo>
                  <a:cubicBezTo>
                    <a:pt x="88900" y="17343614"/>
                    <a:pt x="59690" y="17314405"/>
                    <a:pt x="59690" y="172788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6828103" y="59690"/>
                  </a:lnTo>
                  <a:moveTo>
                    <a:pt x="468281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278845"/>
                  </a:lnTo>
                  <a:cubicBezTo>
                    <a:pt x="0" y="17347425"/>
                    <a:pt x="55880" y="17403305"/>
                    <a:pt x="124460" y="17403305"/>
                  </a:cubicBezTo>
                  <a:lnTo>
                    <a:pt x="46828103" y="17403305"/>
                  </a:lnTo>
                  <a:cubicBezTo>
                    <a:pt x="46896682" y="17403305"/>
                    <a:pt x="46952564" y="17347425"/>
                    <a:pt x="46952564" y="17278845"/>
                  </a:cubicBezTo>
                  <a:lnTo>
                    <a:pt x="46952564" y="124460"/>
                  </a:lnTo>
                  <a:cubicBezTo>
                    <a:pt x="46952564" y="55880"/>
                    <a:pt x="46896682" y="0"/>
                    <a:pt x="46828103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-1905000" y="931143"/>
            <a:ext cx="164047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6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학급규칙 만들기 </a:t>
            </a:r>
            <a:r>
              <a:rPr lang="en-US" altLang="ko-KR" sz="6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PPT </a:t>
            </a:r>
            <a:r>
              <a:rPr lang="ko-KR" altLang="en-US" sz="6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활용법</a:t>
            </a:r>
            <a:endParaRPr lang="en-US" sz="60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Freeform 7"/>
          <p:cNvSpPr/>
          <p:nvPr/>
        </p:nvSpPr>
        <p:spPr>
          <a:xfrm rot="-3401726">
            <a:off x="337611" y="1516258"/>
            <a:ext cx="1207972" cy="1084979"/>
          </a:xfrm>
          <a:custGeom>
            <a:avLst/>
            <a:gdLst/>
            <a:ahLst/>
            <a:cxnLst/>
            <a:rect l="l" t="t" r="r" b="b"/>
            <a:pathLst>
              <a:path w="2131882" h="1914818">
                <a:moveTo>
                  <a:pt x="0" y="0"/>
                </a:moveTo>
                <a:lnTo>
                  <a:pt x="2131882" y="0"/>
                </a:lnTo>
                <a:lnTo>
                  <a:pt x="2131882" y="1914818"/>
                </a:lnTo>
                <a:lnTo>
                  <a:pt x="0" y="191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 rot="20638350" flipH="1">
            <a:off x="17699240" y="8265013"/>
            <a:ext cx="542809" cy="831602"/>
          </a:xfrm>
          <a:custGeom>
            <a:avLst/>
            <a:gdLst/>
            <a:ahLst/>
            <a:cxnLst/>
            <a:rect l="l" t="t" r="r" b="b"/>
            <a:pathLst>
              <a:path w="908448" h="1391772">
                <a:moveTo>
                  <a:pt x="908448" y="0"/>
                </a:moveTo>
                <a:lnTo>
                  <a:pt x="0" y="0"/>
                </a:lnTo>
                <a:lnTo>
                  <a:pt x="0" y="1391773"/>
                </a:lnTo>
                <a:lnTo>
                  <a:pt x="908448" y="1391773"/>
                </a:lnTo>
                <a:lnTo>
                  <a:pt x="9084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 rot="20638350">
            <a:off x="15769788" y="9358113"/>
            <a:ext cx="542809" cy="831602"/>
          </a:xfrm>
          <a:custGeom>
            <a:avLst/>
            <a:gdLst/>
            <a:ahLst/>
            <a:cxnLst/>
            <a:rect l="l" t="t" r="r" b="b"/>
            <a:pathLst>
              <a:path w="908448" h="1391772">
                <a:moveTo>
                  <a:pt x="0" y="0"/>
                </a:moveTo>
                <a:lnTo>
                  <a:pt x="908448" y="0"/>
                </a:lnTo>
                <a:lnTo>
                  <a:pt x="908448" y="1391772"/>
                </a:lnTo>
                <a:lnTo>
                  <a:pt x="0" y="1391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7172F40-2F49-34A0-7FD8-A2ED1FED1C69}"/>
              </a:ext>
            </a:extLst>
          </p:cNvPr>
          <p:cNvSpPr/>
          <p:nvPr/>
        </p:nvSpPr>
        <p:spPr>
          <a:xfrm>
            <a:off x="16391450" y="8501162"/>
            <a:ext cx="1274940" cy="1685618"/>
          </a:xfrm>
          <a:custGeom>
            <a:avLst/>
            <a:gdLst/>
            <a:ahLst/>
            <a:cxnLst/>
            <a:rect l="l" t="t" r="r" b="b"/>
            <a:pathLst>
              <a:path w="4215475" h="5573345">
                <a:moveTo>
                  <a:pt x="0" y="0"/>
                </a:moveTo>
                <a:lnTo>
                  <a:pt x="4215475" y="0"/>
                </a:lnTo>
                <a:lnTo>
                  <a:pt x="4215475" y="5573345"/>
                </a:lnTo>
                <a:lnTo>
                  <a:pt x="0" y="5573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30CAAAD-C133-252E-4C66-B4F6B26DB200}"/>
              </a:ext>
            </a:extLst>
          </p:cNvPr>
          <p:cNvSpPr txBox="1">
            <a:spLocks/>
          </p:cNvSpPr>
          <p:nvPr/>
        </p:nvSpPr>
        <p:spPr>
          <a:xfrm>
            <a:off x="1647341" y="2757460"/>
            <a:ext cx="16089103" cy="709191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본 자료는 학교 규칙에 기반한 학급규칙 만들기를 해 봄으로써 학급공동체 안에서 평화롭게 공존하는 학교생활을 하는 데 그 목적이 있다</a:t>
            </a: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본 자료는 </a:t>
            </a: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2</a:t>
            </a: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차시용으로 제작되었고</a:t>
            </a: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1</a:t>
            </a: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차시는 학생들이 </a:t>
            </a:r>
            <a:r>
              <a:rPr lang="ko-KR" altLang="en-US" sz="41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학생생활제규정에</a:t>
            </a: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기반한 학급 규칙을 만들어보는 활동으로 구성하였다</a:t>
            </a: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2</a:t>
            </a: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차시는 </a:t>
            </a:r>
            <a:r>
              <a:rPr lang="ko-KR" altLang="en-US" sz="41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작성한 학급 규칙을 발표하고</a:t>
            </a: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발표 내용에 대한 질의 응답</a:t>
            </a:r>
            <a:b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시간을 가진 후</a:t>
            </a: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 반 학급 규칙을 확정하는 활동으로 구성하였다</a:t>
            </a: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Font typeface="Arial" pitchFamily="34" charset="0"/>
              <a:buNone/>
            </a:pPr>
            <a:endParaRPr lang="en-US" altLang="ko-KR" sz="2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Font typeface="Arial" pitchFamily="34" charset="0"/>
              <a:buNone/>
            </a:pP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학생들과 함께 만든 학급규칙은 학기 중 개정의 필요와 학생들의 제안이 </a:t>
            </a:r>
            <a:b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있을 때 학급회의를 통해 수정할 수 있다</a:t>
            </a:r>
            <a:r>
              <a:rPr lang="en-US" altLang="ko-KR" sz="41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947777A-901C-F70A-CB84-53366B365315}"/>
              </a:ext>
            </a:extLst>
          </p:cNvPr>
          <p:cNvGrpSpPr/>
          <p:nvPr/>
        </p:nvGrpSpPr>
        <p:grpSpPr>
          <a:xfrm>
            <a:off x="789410" y="2983000"/>
            <a:ext cx="850066" cy="850066"/>
            <a:chOff x="1595502" y="3504511"/>
            <a:chExt cx="850066" cy="850066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3369FEB-A2BB-F9D2-AE3A-FDC74CD3FE91}"/>
                </a:ext>
              </a:extLst>
            </p:cNvPr>
            <p:cNvGrpSpPr/>
            <p:nvPr/>
          </p:nvGrpSpPr>
          <p:grpSpPr>
            <a:xfrm>
              <a:off x="1595502" y="3504511"/>
              <a:ext cx="850066" cy="850066"/>
              <a:chOff x="1595502" y="3607635"/>
              <a:chExt cx="850066" cy="850066"/>
            </a:xfrm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26A7B86F-0B06-8895-50E3-0491DF974AC4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5DA1DF"/>
                  </a:solidFill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F6DDC8BA-0756-5858-7621-F2B75971F775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5DA1DF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12A225-D9D2-CCDB-6B27-9B45B221FAE6}"/>
                </a:ext>
              </a:extLst>
            </p:cNvPr>
            <p:cNvSpPr txBox="1"/>
            <p:nvPr/>
          </p:nvSpPr>
          <p:spPr>
            <a:xfrm>
              <a:off x="1735791" y="3580246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F317401-3C96-0F6A-D61E-BF9D054CDFA9}"/>
              </a:ext>
            </a:extLst>
          </p:cNvPr>
          <p:cNvGrpSpPr/>
          <p:nvPr/>
        </p:nvGrpSpPr>
        <p:grpSpPr>
          <a:xfrm>
            <a:off x="789410" y="4718467"/>
            <a:ext cx="850066" cy="850066"/>
            <a:chOff x="6877140" y="3504511"/>
            <a:chExt cx="850066" cy="85006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02B940C-DACC-6611-3254-9268A5205A0B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1F374F3D-CB92-C018-E7D4-6A2DEC638C7F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7B825299-115D-95DA-5F27-45672F3BB717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95096C-D682-7315-EE81-12A8F687021D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9D83350-85CD-227C-9A3E-D849F5B677A5}"/>
              </a:ext>
            </a:extLst>
          </p:cNvPr>
          <p:cNvGrpSpPr/>
          <p:nvPr/>
        </p:nvGrpSpPr>
        <p:grpSpPr>
          <a:xfrm>
            <a:off x="789410" y="6428231"/>
            <a:ext cx="850066" cy="850066"/>
            <a:chOff x="12308749" y="3506093"/>
            <a:chExt cx="850066" cy="850066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B47BB16-9E8E-B988-21DE-85FC5CB4702F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F09CC9F-41F0-9B24-F2AD-7C1CD72C9677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C7D49762-015C-0435-8DC2-390630BD4CA0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51CCFE6-30B7-ED79-7662-8AA6FBA9E504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4C4AD00-8860-E696-F5D9-98434063BAC9}"/>
              </a:ext>
            </a:extLst>
          </p:cNvPr>
          <p:cNvGrpSpPr/>
          <p:nvPr/>
        </p:nvGrpSpPr>
        <p:grpSpPr>
          <a:xfrm>
            <a:off x="785249" y="8180852"/>
            <a:ext cx="850066" cy="850066"/>
            <a:chOff x="12308749" y="3506093"/>
            <a:chExt cx="850066" cy="850066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537F2DCB-242B-6E32-A41E-4E374800A804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DECC73-5FD8-E6D3-2148-E919DA110C99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7050174E-1F57-989B-7C3B-4BD71AD54D0E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51AB37D-D53D-371C-08BD-4D187256863E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607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01863" y="1398150"/>
            <a:ext cx="2412715" cy="2373234"/>
          </a:xfrm>
          <a:custGeom>
            <a:avLst/>
            <a:gdLst/>
            <a:ahLst/>
            <a:cxnLst/>
            <a:rect l="l" t="t" r="r" b="b"/>
            <a:pathLst>
              <a:path w="2412715" h="2373234">
                <a:moveTo>
                  <a:pt x="0" y="0"/>
                </a:moveTo>
                <a:lnTo>
                  <a:pt x="2412715" y="0"/>
                </a:lnTo>
                <a:lnTo>
                  <a:pt x="2412715" y="2373235"/>
                </a:lnTo>
                <a:lnTo>
                  <a:pt x="0" y="2373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893379" y="4474485"/>
            <a:ext cx="6754013" cy="3119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ko-KR" altLang="en-US" sz="12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 회의 </a:t>
            </a:r>
            <a:endParaRPr lang="en-US" altLang="ko-KR" sz="120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>
              <a:lnSpc>
                <a:spcPts val="12000"/>
              </a:lnSpc>
            </a:pPr>
            <a:r>
              <a:rPr lang="en-US" altLang="ko-KR" sz="12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   </a:t>
            </a:r>
            <a:r>
              <a:rPr lang="ko-KR" altLang="en-US" sz="12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순서</a:t>
            </a:r>
            <a:endParaRPr lang="en-US" sz="120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10600" y="2112877"/>
            <a:ext cx="9146323" cy="465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80"/>
              </a:lnSpc>
              <a:spcBef>
                <a:spcPct val="0"/>
              </a:spcBef>
            </a:pPr>
            <a:r>
              <a:rPr lang="ko-KR" altLang="en-US" sz="4000" dirty="0" err="1">
                <a:solidFill>
                  <a:srgbClr val="253140"/>
                </a:solidFill>
                <a:ea typeface="Cafe24 Dongdong" panose="03000600000000000000" pitchFamily="66" charset="-127"/>
              </a:rPr>
              <a:t>모둠별</a:t>
            </a:r>
            <a:r>
              <a:rPr lang="ko-KR" altLang="en-US" sz="4000" dirty="0">
                <a:solidFill>
                  <a:srgbClr val="253140"/>
                </a:solidFill>
                <a:ea typeface="Cafe24 Dongdong" panose="03000600000000000000" pitchFamily="66" charset="-127"/>
              </a:rPr>
              <a:t> 자리 배치</a:t>
            </a:r>
            <a:r>
              <a:rPr lang="en-US" altLang="ko-KR" sz="4000" dirty="0">
                <a:solidFill>
                  <a:srgbClr val="253140"/>
                </a:solidFill>
                <a:ea typeface="Cafe24 Dongdong" panose="03000600000000000000" pitchFamily="66" charset="-127"/>
              </a:rPr>
              <a:t>, </a:t>
            </a:r>
            <a:r>
              <a:rPr lang="ko-KR" altLang="en-US" sz="4000" dirty="0" err="1">
                <a:solidFill>
                  <a:srgbClr val="253140"/>
                </a:solidFill>
                <a:ea typeface="Cafe24 Dongdong" panose="03000600000000000000" pitchFamily="66" charset="-127"/>
              </a:rPr>
              <a:t>모둠별</a:t>
            </a:r>
            <a:r>
              <a:rPr lang="ko-KR" altLang="en-US" sz="4000" dirty="0">
                <a:solidFill>
                  <a:srgbClr val="253140"/>
                </a:solidFill>
                <a:ea typeface="Cafe24 Dongdong" panose="03000600000000000000" pitchFamily="66" charset="-127"/>
              </a:rPr>
              <a:t> 진행자</a:t>
            </a:r>
            <a:r>
              <a:rPr lang="en-US" altLang="ko-KR" sz="4000" dirty="0">
                <a:solidFill>
                  <a:srgbClr val="253140"/>
                </a:solidFill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solidFill>
                  <a:srgbClr val="253140"/>
                </a:solidFill>
                <a:ea typeface="Cafe24 Dongdong" panose="03000600000000000000" pitchFamily="66" charset="-127"/>
              </a:rPr>
              <a:t>서기 선정</a:t>
            </a:r>
            <a:endParaRPr lang="en-US" sz="4000" dirty="0">
              <a:solidFill>
                <a:srgbClr val="253140"/>
              </a:solidFill>
              <a:ea typeface="Cafe24 Dongdong" panose="03000600000000000000" pitchFamily="66" charset="-127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610599" y="2682707"/>
            <a:ext cx="9146323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AutoShape 11"/>
          <p:cNvSpPr/>
          <p:nvPr/>
        </p:nvSpPr>
        <p:spPr>
          <a:xfrm>
            <a:off x="10167890" y="4081574"/>
            <a:ext cx="5726963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AutoShape 17"/>
          <p:cNvSpPr/>
          <p:nvPr/>
        </p:nvSpPr>
        <p:spPr>
          <a:xfrm>
            <a:off x="10167890" y="6879310"/>
            <a:ext cx="5726963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21"/>
          <p:cNvSpPr/>
          <p:nvPr/>
        </p:nvSpPr>
        <p:spPr>
          <a:xfrm>
            <a:off x="15584337" y="8648700"/>
            <a:ext cx="1838484" cy="1423990"/>
          </a:xfrm>
          <a:custGeom>
            <a:avLst/>
            <a:gdLst/>
            <a:ahLst/>
            <a:cxnLst/>
            <a:rect l="l" t="t" r="r" b="b"/>
            <a:pathLst>
              <a:path w="1838484" h="1423990">
                <a:moveTo>
                  <a:pt x="0" y="0"/>
                </a:moveTo>
                <a:lnTo>
                  <a:pt x="1838484" y="0"/>
                </a:lnTo>
                <a:lnTo>
                  <a:pt x="1838484" y="1423990"/>
                </a:lnTo>
                <a:lnTo>
                  <a:pt x="0" y="1423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Freeform 22"/>
          <p:cNvSpPr/>
          <p:nvPr/>
        </p:nvSpPr>
        <p:spPr>
          <a:xfrm rot="-3191748" flipH="1">
            <a:off x="6947863" y="1207967"/>
            <a:ext cx="1175047" cy="1055405"/>
          </a:xfrm>
          <a:custGeom>
            <a:avLst/>
            <a:gdLst/>
            <a:ahLst/>
            <a:cxnLst/>
            <a:rect l="l" t="t" r="r" b="b"/>
            <a:pathLst>
              <a:path w="1877880" h="1686677">
                <a:moveTo>
                  <a:pt x="1877880" y="0"/>
                </a:moveTo>
                <a:lnTo>
                  <a:pt x="0" y="0"/>
                </a:lnTo>
                <a:lnTo>
                  <a:pt x="0" y="1686677"/>
                </a:lnTo>
                <a:lnTo>
                  <a:pt x="1877880" y="1686677"/>
                </a:lnTo>
                <a:lnTo>
                  <a:pt x="187788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Freeform 23"/>
          <p:cNvSpPr/>
          <p:nvPr/>
        </p:nvSpPr>
        <p:spPr>
          <a:xfrm>
            <a:off x="621979" y="8182143"/>
            <a:ext cx="3336508" cy="2826932"/>
          </a:xfrm>
          <a:custGeom>
            <a:avLst/>
            <a:gdLst/>
            <a:ahLst/>
            <a:cxnLst/>
            <a:rect l="l" t="t" r="r" b="b"/>
            <a:pathLst>
              <a:path w="3336508" h="2826932">
                <a:moveTo>
                  <a:pt x="0" y="0"/>
                </a:moveTo>
                <a:lnTo>
                  <a:pt x="3336508" y="0"/>
                </a:lnTo>
                <a:lnTo>
                  <a:pt x="3336508" y="2826932"/>
                </a:lnTo>
                <a:lnTo>
                  <a:pt x="0" y="28269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/>
          <p:cNvSpPr/>
          <p:nvPr/>
        </p:nvSpPr>
        <p:spPr>
          <a:xfrm>
            <a:off x="15039383" y="-173632"/>
            <a:ext cx="2401417" cy="1977894"/>
          </a:xfrm>
          <a:custGeom>
            <a:avLst/>
            <a:gdLst/>
            <a:ahLst/>
            <a:cxnLst/>
            <a:rect l="l" t="t" r="r" b="b"/>
            <a:pathLst>
              <a:path w="2401417" h="1977894">
                <a:moveTo>
                  <a:pt x="0" y="0"/>
                </a:moveTo>
                <a:lnTo>
                  <a:pt x="2401416" y="0"/>
                </a:lnTo>
                <a:lnTo>
                  <a:pt x="2401416" y="1977894"/>
                </a:lnTo>
                <a:lnTo>
                  <a:pt x="0" y="1977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Freeform 25"/>
          <p:cNvSpPr/>
          <p:nvPr/>
        </p:nvSpPr>
        <p:spPr>
          <a:xfrm rot="-1068570">
            <a:off x="749463" y="799407"/>
            <a:ext cx="1604106" cy="1084959"/>
          </a:xfrm>
          <a:custGeom>
            <a:avLst/>
            <a:gdLst/>
            <a:ahLst/>
            <a:cxnLst/>
            <a:rect l="l" t="t" r="r" b="b"/>
            <a:pathLst>
              <a:path w="1604106" h="1084959">
                <a:moveTo>
                  <a:pt x="0" y="0"/>
                </a:moveTo>
                <a:lnTo>
                  <a:pt x="1604106" y="0"/>
                </a:lnTo>
                <a:lnTo>
                  <a:pt x="1604106" y="1084959"/>
                </a:lnTo>
                <a:lnTo>
                  <a:pt x="0" y="10849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8">
            <a:extLst>
              <a:ext uri="{FF2B5EF4-FFF2-40B4-BE49-F238E27FC236}">
                <a16:creationId xmlns:a16="http://schemas.microsoft.com/office/drawing/2014/main" id="{EACCCD30-8F10-A9FD-53A0-455412C663A2}"/>
              </a:ext>
            </a:extLst>
          </p:cNvPr>
          <p:cNvSpPr/>
          <p:nvPr/>
        </p:nvSpPr>
        <p:spPr>
          <a:xfrm>
            <a:off x="8610600" y="4081574"/>
            <a:ext cx="8535274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AutoShape 8">
            <a:extLst>
              <a:ext uri="{FF2B5EF4-FFF2-40B4-BE49-F238E27FC236}">
                <a16:creationId xmlns:a16="http://schemas.microsoft.com/office/drawing/2014/main" id="{448F392F-76A9-65B5-2B6E-6EDF46B7314D}"/>
              </a:ext>
            </a:extLst>
          </p:cNvPr>
          <p:cNvSpPr/>
          <p:nvPr/>
        </p:nvSpPr>
        <p:spPr>
          <a:xfrm>
            <a:off x="8610600" y="5480442"/>
            <a:ext cx="8535274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D444B92A-D5FB-6E0C-B0B2-28AD32A55059}"/>
              </a:ext>
            </a:extLst>
          </p:cNvPr>
          <p:cNvSpPr/>
          <p:nvPr/>
        </p:nvSpPr>
        <p:spPr>
          <a:xfrm>
            <a:off x="8610600" y="6879310"/>
            <a:ext cx="8535274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5439C9C4-4704-34E8-5E36-3EC3B97CD562}"/>
              </a:ext>
            </a:extLst>
          </p:cNvPr>
          <p:cNvSpPr txBox="1"/>
          <p:nvPr/>
        </p:nvSpPr>
        <p:spPr>
          <a:xfrm>
            <a:off x="8610600" y="3644951"/>
            <a:ext cx="9146323" cy="465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80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253140"/>
                </a:solidFill>
                <a:ea typeface="Cafe24 Dongdong" panose="03000600000000000000" pitchFamily="66" charset="-127"/>
              </a:rPr>
              <a:t>학급규칙의 의미와 학급규칙이 필요한 이유</a:t>
            </a:r>
            <a:endParaRPr lang="en-US" sz="4000" dirty="0">
              <a:solidFill>
                <a:srgbClr val="253140"/>
              </a:solidFill>
              <a:ea typeface="Cafe24 Dongdong" panose="03000600000000000000" pitchFamily="66" charset="-127"/>
            </a:endParaRP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5DCDE23C-49CC-60D7-E19C-EA4139BCE9AB}"/>
              </a:ext>
            </a:extLst>
          </p:cNvPr>
          <p:cNvSpPr txBox="1"/>
          <p:nvPr/>
        </p:nvSpPr>
        <p:spPr>
          <a:xfrm>
            <a:off x="8610600" y="4963303"/>
            <a:ext cx="9146323" cy="45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80"/>
              </a:lnSpc>
              <a:spcBef>
                <a:spcPct val="0"/>
              </a:spcBef>
            </a:pPr>
            <a:r>
              <a:rPr lang="ko-KR" altLang="en-US" sz="4000" dirty="0" err="1">
                <a:solidFill>
                  <a:srgbClr val="25314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4000" dirty="0">
                <a:solidFill>
                  <a:srgbClr val="25314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학급규칙 만들기</a:t>
            </a:r>
            <a:endParaRPr lang="en-US" sz="4000" dirty="0">
              <a:solidFill>
                <a:srgbClr val="25314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0BE67758-16F3-8201-3DDD-A3EFC17677D3}"/>
              </a:ext>
            </a:extLst>
          </p:cNvPr>
          <p:cNvSpPr txBox="1"/>
          <p:nvPr/>
        </p:nvSpPr>
        <p:spPr>
          <a:xfrm>
            <a:off x="8610600" y="6424057"/>
            <a:ext cx="9146323" cy="45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80"/>
              </a:lnSpc>
              <a:spcBef>
                <a:spcPct val="0"/>
              </a:spcBef>
            </a:pPr>
            <a:r>
              <a:rPr lang="ko-KR" altLang="en-US" sz="4000" dirty="0" err="1">
                <a:solidFill>
                  <a:srgbClr val="25314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4000" dirty="0">
                <a:solidFill>
                  <a:srgbClr val="25314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학급규칙 발표 및 질의 응답 시간</a:t>
            </a:r>
            <a:endParaRPr lang="en-US" sz="4000" dirty="0">
              <a:solidFill>
                <a:srgbClr val="25314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F242C9E9-492E-5313-CB81-F1ACFCD0F037}"/>
              </a:ext>
            </a:extLst>
          </p:cNvPr>
          <p:cNvSpPr txBox="1"/>
          <p:nvPr/>
        </p:nvSpPr>
        <p:spPr>
          <a:xfrm>
            <a:off x="8610600" y="7815825"/>
            <a:ext cx="9146323" cy="45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80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25314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우리 반 학급 규칙 확정하기</a:t>
            </a:r>
            <a:endParaRPr lang="en-US" sz="4000" dirty="0">
              <a:solidFill>
                <a:srgbClr val="25314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sp>
        <p:nvSpPr>
          <p:cNvPr id="34" name="AutoShape 8">
            <a:extLst>
              <a:ext uri="{FF2B5EF4-FFF2-40B4-BE49-F238E27FC236}">
                <a16:creationId xmlns:a16="http://schemas.microsoft.com/office/drawing/2014/main" id="{569270BF-25AB-398B-3626-B37FB9AE6D00}"/>
              </a:ext>
            </a:extLst>
          </p:cNvPr>
          <p:cNvSpPr/>
          <p:nvPr/>
        </p:nvSpPr>
        <p:spPr>
          <a:xfrm>
            <a:off x="8610599" y="4081574"/>
            <a:ext cx="9146323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utoShape 8">
            <a:extLst>
              <a:ext uri="{FF2B5EF4-FFF2-40B4-BE49-F238E27FC236}">
                <a16:creationId xmlns:a16="http://schemas.microsoft.com/office/drawing/2014/main" id="{69ACD5C6-A828-15CF-BE3C-657F33BD18D3}"/>
              </a:ext>
            </a:extLst>
          </p:cNvPr>
          <p:cNvSpPr/>
          <p:nvPr/>
        </p:nvSpPr>
        <p:spPr>
          <a:xfrm>
            <a:off x="8610599" y="5480442"/>
            <a:ext cx="9146323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AutoShape 8">
            <a:extLst>
              <a:ext uri="{FF2B5EF4-FFF2-40B4-BE49-F238E27FC236}">
                <a16:creationId xmlns:a16="http://schemas.microsoft.com/office/drawing/2014/main" id="{4237D461-F507-F942-BA90-8EFC2911418D}"/>
              </a:ext>
            </a:extLst>
          </p:cNvPr>
          <p:cNvSpPr/>
          <p:nvPr/>
        </p:nvSpPr>
        <p:spPr>
          <a:xfrm>
            <a:off x="8610599" y="6879310"/>
            <a:ext cx="9146323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AutoShape 8">
            <a:extLst>
              <a:ext uri="{FF2B5EF4-FFF2-40B4-BE49-F238E27FC236}">
                <a16:creationId xmlns:a16="http://schemas.microsoft.com/office/drawing/2014/main" id="{C849B291-BB20-919E-8F6A-FD2A6BE890DD}"/>
              </a:ext>
            </a:extLst>
          </p:cNvPr>
          <p:cNvSpPr/>
          <p:nvPr/>
        </p:nvSpPr>
        <p:spPr>
          <a:xfrm>
            <a:off x="8610599" y="8293530"/>
            <a:ext cx="9146323" cy="0"/>
          </a:xfrm>
          <a:prstGeom prst="line">
            <a:avLst/>
          </a:prstGeom>
          <a:ln w="28575" cap="rnd">
            <a:solidFill>
              <a:srgbClr val="253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5802D01-8722-7CF1-B312-F1DB995CD72A}"/>
              </a:ext>
            </a:extLst>
          </p:cNvPr>
          <p:cNvGrpSpPr/>
          <p:nvPr/>
        </p:nvGrpSpPr>
        <p:grpSpPr>
          <a:xfrm>
            <a:off x="7619111" y="1941534"/>
            <a:ext cx="850066" cy="850066"/>
            <a:chOff x="6877140" y="3504511"/>
            <a:chExt cx="850066" cy="85006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5095AF7-437D-8039-D2C5-480AC1B364AF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66B5A198-5F5C-EA1D-B7A8-CF5C47558537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B98C9E09-2EB4-2858-ED8A-9E1822E83B44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BB68AD-7AE5-7C76-DDEF-1CA61207DD01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E5D9A69-3BF8-C56B-D8C5-37FC3A741096}"/>
              </a:ext>
            </a:extLst>
          </p:cNvPr>
          <p:cNvGrpSpPr/>
          <p:nvPr/>
        </p:nvGrpSpPr>
        <p:grpSpPr>
          <a:xfrm>
            <a:off x="7619111" y="3399195"/>
            <a:ext cx="850066" cy="850066"/>
            <a:chOff x="12308749" y="3506093"/>
            <a:chExt cx="850066" cy="850066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E112FA8-BAE2-1ED6-2AB6-2F6BBA5E9EA9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70CB23D2-1D70-0A7F-E387-584ADC1D290A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8DA66CE1-32EE-6A52-1E03-FE929EC01E4F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262644C-6C14-D3E2-FB07-6ED1407BEDD7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9F251C0-B33C-035D-1B7B-C92D2AEEE3D5}"/>
              </a:ext>
            </a:extLst>
          </p:cNvPr>
          <p:cNvGrpSpPr/>
          <p:nvPr/>
        </p:nvGrpSpPr>
        <p:grpSpPr>
          <a:xfrm>
            <a:off x="7619111" y="4765896"/>
            <a:ext cx="850066" cy="850066"/>
            <a:chOff x="12308749" y="3506093"/>
            <a:chExt cx="850066" cy="85006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7A0714B-A53C-1B0B-BD51-7F59B23F06ED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510FF0F6-6453-808B-5FA3-8A64A90C0DB4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36F47B56-805B-842F-9A11-7E228B0C5707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AB3560-5BF1-B7A5-71D3-977B7BACC728}"/>
                </a:ext>
              </a:extLst>
            </p:cNvPr>
            <p:cNvSpPr txBox="1"/>
            <p:nvPr/>
          </p:nvSpPr>
          <p:spPr>
            <a:xfrm>
              <a:off x="12464713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EDAF4FE-A487-9066-4DD4-21857A4B597D}"/>
              </a:ext>
            </a:extLst>
          </p:cNvPr>
          <p:cNvGrpSpPr/>
          <p:nvPr/>
        </p:nvGrpSpPr>
        <p:grpSpPr>
          <a:xfrm>
            <a:off x="7619111" y="6226650"/>
            <a:ext cx="850066" cy="850066"/>
            <a:chOff x="12308749" y="3506093"/>
            <a:chExt cx="850066" cy="850066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901A57C-4385-6490-254A-2C7A9617A177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DA952C6B-81AA-31E5-0A8F-E7424E9608FA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B2D8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84B08B73-96E0-2980-1D88-80C9243C592C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232F774-D10A-B2A6-1E38-6F511F4E6742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B2D8FA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B2D8FA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9F1A3A8-D1D6-A9BF-F692-DF3843ECD323}"/>
              </a:ext>
            </a:extLst>
          </p:cNvPr>
          <p:cNvGrpSpPr/>
          <p:nvPr/>
        </p:nvGrpSpPr>
        <p:grpSpPr>
          <a:xfrm>
            <a:off x="7619111" y="7621406"/>
            <a:ext cx="850066" cy="850066"/>
            <a:chOff x="12308749" y="3506093"/>
            <a:chExt cx="850066" cy="850066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8BFAC9E5-5DFB-54AA-3DC1-A1C793632725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39F28470-2360-1F81-CDAE-69DD2AE90F61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09D476EE-5E01-0A8F-5ADB-080E570165C1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F5B9784-EC37-52FD-CD4B-51EEA9267419}"/>
                </a:ext>
              </a:extLst>
            </p:cNvPr>
            <p:cNvSpPr txBox="1"/>
            <p:nvPr/>
          </p:nvSpPr>
          <p:spPr>
            <a:xfrm>
              <a:off x="12466721" y="3576935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5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919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4">
            <a:extLst>
              <a:ext uri="{FF2B5EF4-FFF2-40B4-BE49-F238E27FC236}">
                <a16:creationId xmlns:a16="http://schemas.microsoft.com/office/drawing/2014/main" id="{D1121934-45FD-1C09-178A-FCCDFD37364E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B0A8700-2FD4-9B19-7FFE-A7F5492F72FB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C2DF9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37B6DD6-71F6-78CB-E975-53CFACF6ABF6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" name="TextBox 3"/>
          <p:cNvSpPr txBox="1"/>
          <p:nvPr/>
        </p:nvSpPr>
        <p:spPr>
          <a:xfrm>
            <a:off x="457200" y="642877"/>
            <a:ext cx="185166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1. </a:t>
            </a:r>
            <a:r>
              <a:rPr lang="ko-KR" altLang="en-US" sz="6600" dirty="0" err="1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모둠별</a:t>
            </a: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자리 배치</a:t>
            </a:r>
            <a:r>
              <a:rPr lang="en-US" altLang="ko-KR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, </a:t>
            </a:r>
            <a:r>
              <a:rPr lang="ko-KR" altLang="en-US" sz="6600" dirty="0" err="1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모둠별</a:t>
            </a: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진행자</a:t>
            </a:r>
            <a:r>
              <a:rPr lang="en-US" altLang="ko-KR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, </a:t>
            </a: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서기 선정</a:t>
            </a:r>
            <a:endParaRPr lang="en-US" sz="6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0F49CB8-1E00-E30E-A614-3BB6FB1E699E}"/>
              </a:ext>
            </a:extLst>
          </p:cNvPr>
          <p:cNvGrpSpPr/>
          <p:nvPr/>
        </p:nvGrpSpPr>
        <p:grpSpPr>
          <a:xfrm>
            <a:off x="13815340" y="3984224"/>
            <a:ext cx="4472660" cy="6156575"/>
            <a:chOff x="10425550" y="-174875"/>
            <a:chExt cx="6853060" cy="9433174"/>
          </a:xfrm>
        </p:grpSpPr>
        <p:sp>
          <p:nvSpPr>
            <p:cNvPr id="6" name="Freeform 6"/>
            <p:cNvSpPr/>
            <p:nvPr/>
          </p:nvSpPr>
          <p:spPr>
            <a:xfrm>
              <a:off x="11162834" y="4706593"/>
              <a:ext cx="5625705" cy="4551706"/>
            </a:xfrm>
            <a:custGeom>
              <a:avLst/>
              <a:gdLst/>
              <a:ahLst/>
              <a:cxnLst/>
              <a:rect l="l" t="t" r="r" b="b"/>
              <a:pathLst>
                <a:path w="5625705" h="4551706">
                  <a:moveTo>
                    <a:pt x="0" y="0"/>
                  </a:moveTo>
                  <a:lnTo>
                    <a:pt x="5625705" y="0"/>
                  </a:lnTo>
                  <a:lnTo>
                    <a:pt x="5625705" y="4551707"/>
                  </a:lnTo>
                  <a:lnTo>
                    <a:pt x="0" y="4551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 rot="779287">
              <a:off x="15088020" y="1368691"/>
              <a:ext cx="2190590" cy="2738237"/>
            </a:xfrm>
            <a:custGeom>
              <a:avLst/>
              <a:gdLst/>
              <a:ahLst/>
              <a:cxnLst/>
              <a:rect l="l" t="t" r="r" b="b"/>
              <a:pathLst>
                <a:path w="2190590" h="2738237">
                  <a:moveTo>
                    <a:pt x="0" y="0"/>
                  </a:moveTo>
                  <a:lnTo>
                    <a:pt x="2190590" y="0"/>
                  </a:lnTo>
                  <a:lnTo>
                    <a:pt x="2190590" y="2738237"/>
                  </a:lnTo>
                  <a:lnTo>
                    <a:pt x="0" y="273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 rot="-2132685">
              <a:off x="10425550" y="3300644"/>
              <a:ext cx="2561825" cy="1211044"/>
            </a:xfrm>
            <a:custGeom>
              <a:avLst/>
              <a:gdLst/>
              <a:ahLst/>
              <a:cxnLst/>
              <a:rect l="l" t="t" r="r" b="b"/>
              <a:pathLst>
                <a:path w="2561825" h="1211044">
                  <a:moveTo>
                    <a:pt x="0" y="0"/>
                  </a:moveTo>
                  <a:lnTo>
                    <a:pt x="2561825" y="0"/>
                  </a:lnTo>
                  <a:lnTo>
                    <a:pt x="2561825" y="1211044"/>
                  </a:lnTo>
                  <a:lnTo>
                    <a:pt x="0" y="1211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 rot="-1804199">
              <a:off x="12682647" y="-174875"/>
              <a:ext cx="1735769" cy="2022612"/>
            </a:xfrm>
            <a:custGeom>
              <a:avLst/>
              <a:gdLst/>
              <a:ahLst/>
              <a:cxnLst/>
              <a:rect l="l" t="t" r="r" b="b"/>
              <a:pathLst>
                <a:path w="1735769" h="2022612">
                  <a:moveTo>
                    <a:pt x="0" y="0"/>
                  </a:moveTo>
                  <a:lnTo>
                    <a:pt x="1735769" y="0"/>
                  </a:lnTo>
                  <a:lnTo>
                    <a:pt x="1735769" y="2022612"/>
                  </a:lnTo>
                  <a:lnTo>
                    <a:pt x="0" y="2022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3B97441-8AEB-40DF-858B-DE9A05815DB9}"/>
              </a:ext>
            </a:extLst>
          </p:cNvPr>
          <p:cNvSpPr txBox="1">
            <a:spLocks/>
          </p:cNvSpPr>
          <p:nvPr/>
        </p:nvSpPr>
        <p:spPr>
          <a:xfrm>
            <a:off x="1215669" y="3044168"/>
            <a:ext cx="14494347" cy="583313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5400" dirty="0" err="1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자리 배치 후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5400" dirty="0" err="1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진행자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서기를 정해주세요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Font typeface="Arial" pitchFamily="34" charset="0"/>
              <a:buNone/>
            </a:pPr>
            <a:endParaRPr lang="en-US" altLang="ko-KR" sz="5400" dirty="0">
              <a:solidFill>
                <a:schemeClr val="bg1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Font typeface="Arial" pitchFamily="34" charset="0"/>
              <a:buNone/>
            </a:pP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부반장은 모둠 진행자에게 전지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5400" dirty="0" err="1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(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초록색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분홍색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), </a:t>
            </a:r>
            <a:b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 err="1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색깔펜을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전달해주세요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Font typeface="Arial" pitchFamily="34" charset="0"/>
              <a:buNone/>
            </a:pPr>
            <a:endParaRPr lang="en-US" altLang="ko-KR" sz="5400" dirty="0">
              <a:solidFill>
                <a:schemeClr val="bg1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Font typeface="Arial" pitchFamily="34" charset="0"/>
              <a:buNone/>
            </a:pPr>
            <a:r>
              <a:rPr lang="ko-KR" altLang="en-US" sz="5400" dirty="0" err="1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진행자와 서기가 정해지면 박수 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3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번을 쳐서 </a:t>
            </a:r>
            <a:b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완료신호를 주시기 바랍니다</a:t>
            </a:r>
            <a:r>
              <a:rPr lang="en-US" altLang="ko-KR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r>
              <a:rPr lang="ko-KR" altLang="en-US" sz="5400" dirty="0">
                <a:solidFill>
                  <a:schemeClr val="bg1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endParaRPr lang="en-US" altLang="ko-KR" sz="5400" dirty="0">
              <a:solidFill>
                <a:schemeClr val="bg1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Font typeface="Arial" pitchFamily="34" charset="0"/>
              <a:buNone/>
            </a:pPr>
            <a:endParaRPr lang="en-US" altLang="ko-KR" sz="5400" dirty="0">
              <a:solidFill>
                <a:schemeClr val="bg1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Font typeface="Arial" pitchFamily="34" charset="0"/>
              <a:buNone/>
            </a:pPr>
            <a:endParaRPr lang="en-US" altLang="ko-KR" sz="5400" dirty="0">
              <a:solidFill>
                <a:schemeClr val="bg1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019DA29-EFE4-6787-7FCC-E97E9DF82323}"/>
              </a:ext>
            </a:extLst>
          </p:cNvPr>
          <p:cNvGrpSpPr/>
          <p:nvPr/>
        </p:nvGrpSpPr>
        <p:grpSpPr>
          <a:xfrm>
            <a:off x="244714" y="4920826"/>
            <a:ext cx="850066" cy="850066"/>
            <a:chOff x="6877140" y="3504511"/>
            <a:chExt cx="850066" cy="850066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86AEEDF-117B-D461-037B-EBB60A5D6715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B1A610E5-CE83-F874-C07A-78928B6B519E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D5E162D5-1D45-AC72-C651-72CA3BB0E847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D31018A-CAFB-E239-1BFC-A674432A5AF5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0F2FB3-C562-FD91-77FE-67404AE9E67C}"/>
              </a:ext>
            </a:extLst>
          </p:cNvPr>
          <p:cNvGrpSpPr/>
          <p:nvPr/>
        </p:nvGrpSpPr>
        <p:grpSpPr>
          <a:xfrm>
            <a:off x="244714" y="7277100"/>
            <a:ext cx="850066" cy="850066"/>
            <a:chOff x="12308749" y="3506093"/>
            <a:chExt cx="850066" cy="850066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7DE9ACA-DCF6-31C8-EF06-0DEB075BDB25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9D57B4E2-C6A9-0709-F537-168E315023ED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5F36D8E3-637D-75C5-0CD9-FBFB7C28DAB9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97C0B3-11D9-4CAB-E866-D82FB221D362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3B4F550-EDF1-D6E6-3B59-2C3FACC8EA2A}"/>
              </a:ext>
            </a:extLst>
          </p:cNvPr>
          <p:cNvGrpSpPr/>
          <p:nvPr/>
        </p:nvGrpSpPr>
        <p:grpSpPr>
          <a:xfrm>
            <a:off x="240553" y="2964986"/>
            <a:ext cx="850066" cy="850066"/>
            <a:chOff x="12308749" y="3506093"/>
            <a:chExt cx="850066" cy="850066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8FCEE7-CC1B-3857-FBC7-7C19EB93D3E6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17F1DD7E-53AD-ABF5-C19B-FE216CE117F7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67B103AB-4AE7-82C3-4EA2-26655E0627D1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ADD216C-C440-6E9B-D533-EE42AE81E9F9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6724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2209891" y="8855637"/>
            <a:ext cx="2306993" cy="2362842"/>
          </a:xfrm>
          <a:custGeom>
            <a:avLst/>
            <a:gdLst/>
            <a:ahLst/>
            <a:cxnLst/>
            <a:rect l="l" t="t" r="r" b="b"/>
            <a:pathLst>
              <a:path w="2306993" h="2362842">
                <a:moveTo>
                  <a:pt x="0" y="0"/>
                </a:moveTo>
                <a:lnTo>
                  <a:pt x="2306993" y="0"/>
                </a:lnTo>
                <a:lnTo>
                  <a:pt x="2306993" y="2362841"/>
                </a:lnTo>
                <a:lnTo>
                  <a:pt x="0" y="2362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015BD48-F1DA-3E14-3F96-0BE42C9F9F96}"/>
              </a:ext>
            </a:extLst>
          </p:cNvPr>
          <p:cNvSpPr txBox="1"/>
          <p:nvPr/>
        </p:nvSpPr>
        <p:spPr>
          <a:xfrm>
            <a:off x="838201" y="3101303"/>
            <a:ext cx="17068800" cy="5796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0" dirty="0" err="1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8000" dirty="0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의견을 나누기 전에</a:t>
            </a:r>
            <a:r>
              <a:rPr lang="en-US" altLang="ko-KR" sz="8000" dirty="0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sz="8000" dirty="0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우리 모두 함께</a:t>
            </a:r>
            <a:endParaRPr lang="en-US" altLang="ko-KR" sz="8000" dirty="0">
              <a:solidFill>
                <a:srgbClr val="F5F5EF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>
              <a:lnSpc>
                <a:spcPct val="120000"/>
              </a:lnSpc>
            </a:pPr>
            <a:r>
              <a:rPr lang="en-US" sz="8000" dirty="0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&lt;</a:t>
            </a:r>
            <a:r>
              <a:rPr lang="ko-KR" altLang="en-US" sz="8000" dirty="0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학급 공동체 회의를 위한 </a:t>
            </a:r>
            <a:r>
              <a:rPr lang="ko-KR" altLang="en-US" sz="8000" dirty="0" err="1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약속문</a:t>
            </a:r>
            <a:r>
              <a:rPr lang="en-US" altLang="ko-KR" sz="8000" dirty="0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&gt;</a:t>
            </a:r>
            <a:r>
              <a:rPr lang="ko-KR" altLang="en-US" sz="8000" dirty="0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을 읽겠습니다</a:t>
            </a:r>
            <a:r>
              <a:rPr lang="en-US" altLang="ko-KR" sz="8000" dirty="0">
                <a:solidFill>
                  <a:srgbClr val="F5F5EF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en-US" sz="8000" dirty="0">
              <a:solidFill>
                <a:srgbClr val="F5F5EF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EAA8CB83-5A6A-A3D2-8AA4-10CA5A3FC55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EF16371-6C22-3060-35F0-95BCEAE9F39A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C2DF9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AD10C96-DF86-345F-10CE-1FD5887BDBC8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3">
            <a:extLst>
              <a:ext uri="{FF2B5EF4-FFF2-40B4-BE49-F238E27FC236}">
                <a16:creationId xmlns:a16="http://schemas.microsoft.com/office/drawing/2014/main" id="{D2750EE9-8A8B-B9A8-92CB-7B1FEDF93D72}"/>
              </a:ext>
            </a:extLst>
          </p:cNvPr>
          <p:cNvSpPr txBox="1"/>
          <p:nvPr/>
        </p:nvSpPr>
        <p:spPr>
          <a:xfrm>
            <a:off x="1866900" y="642877"/>
            <a:ext cx="145542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 공동체 회의를 위한 </a:t>
            </a:r>
            <a:r>
              <a:rPr lang="ko-KR" altLang="en-US" sz="6600" dirty="0" err="1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약속문</a:t>
            </a:r>
            <a:endParaRPr lang="en-US" sz="6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Freeform 5"/>
          <p:cNvSpPr/>
          <p:nvPr/>
        </p:nvSpPr>
        <p:spPr>
          <a:xfrm rot="-818081">
            <a:off x="145638" y="-45569"/>
            <a:ext cx="1181626" cy="1376894"/>
          </a:xfrm>
          <a:custGeom>
            <a:avLst/>
            <a:gdLst/>
            <a:ahLst/>
            <a:cxnLst/>
            <a:rect l="l" t="t" r="r" b="b"/>
            <a:pathLst>
              <a:path w="1845033" h="2149932">
                <a:moveTo>
                  <a:pt x="0" y="0"/>
                </a:moveTo>
                <a:lnTo>
                  <a:pt x="1845032" y="0"/>
                </a:lnTo>
                <a:lnTo>
                  <a:pt x="1845032" y="2149932"/>
                </a:lnTo>
                <a:lnTo>
                  <a:pt x="0" y="2149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Freeform 2"/>
          <p:cNvSpPr/>
          <p:nvPr/>
        </p:nvSpPr>
        <p:spPr>
          <a:xfrm>
            <a:off x="15925800" y="1796307"/>
            <a:ext cx="2226812" cy="2125593"/>
          </a:xfrm>
          <a:custGeom>
            <a:avLst/>
            <a:gdLst/>
            <a:ahLst/>
            <a:cxnLst/>
            <a:rect l="l" t="t" r="r" b="b"/>
            <a:pathLst>
              <a:path w="2226812" h="2125593">
                <a:moveTo>
                  <a:pt x="0" y="0"/>
                </a:moveTo>
                <a:lnTo>
                  <a:pt x="2226811" y="0"/>
                </a:lnTo>
                <a:lnTo>
                  <a:pt x="2226811" y="2125593"/>
                </a:lnTo>
                <a:lnTo>
                  <a:pt x="0" y="2125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10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1D10828-0CF4-C082-C4B7-24C3A49614FA}"/>
              </a:ext>
            </a:extLst>
          </p:cNvPr>
          <p:cNvSpPr/>
          <p:nvPr/>
        </p:nvSpPr>
        <p:spPr>
          <a:xfrm>
            <a:off x="0" y="2095500"/>
            <a:ext cx="18288000" cy="7812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EAA8CB83-5A6A-A3D2-8AA4-10CA5A3FC558}"/>
              </a:ext>
            </a:extLst>
          </p:cNvPr>
          <p:cNvGrpSpPr/>
          <p:nvPr/>
        </p:nvGrpSpPr>
        <p:grpSpPr>
          <a:xfrm>
            <a:off x="457200" y="201032"/>
            <a:ext cx="16840200" cy="1545751"/>
            <a:chOff x="0" y="0"/>
            <a:chExt cx="47364712" cy="6091581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EF16371-6C22-3060-35F0-95BCEAE9F39A}"/>
                </a:ext>
              </a:extLst>
            </p:cNvPr>
            <p:cNvSpPr/>
            <p:nvPr/>
          </p:nvSpPr>
          <p:spPr>
            <a:xfrm>
              <a:off x="31751" y="31750"/>
              <a:ext cx="47301212" cy="6028080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C2DF9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AD10C96-DF86-345F-10CE-1FD5887BDBC8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3">
            <a:extLst>
              <a:ext uri="{FF2B5EF4-FFF2-40B4-BE49-F238E27FC236}">
                <a16:creationId xmlns:a16="http://schemas.microsoft.com/office/drawing/2014/main" id="{D2750EE9-8A8B-B9A8-92CB-7B1FEDF93D72}"/>
              </a:ext>
            </a:extLst>
          </p:cNvPr>
          <p:cNvSpPr txBox="1"/>
          <p:nvPr/>
        </p:nvSpPr>
        <p:spPr>
          <a:xfrm>
            <a:off x="1866900" y="454534"/>
            <a:ext cx="109347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 공동체 회의를 위한 </a:t>
            </a:r>
            <a:r>
              <a:rPr lang="ko-KR" altLang="en-US" sz="6600" dirty="0" err="1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약속문</a:t>
            </a:r>
            <a:endParaRPr lang="en-US" sz="6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Freeform 5"/>
          <p:cNvSpPr/>
          <p:nvPr/>
        </p:nvSpPr>
        <p:spPr>
          <a:xfrm rot="-818081">
            <a:off x="145638" y="-45569"/>
            <a:ext cx="1181626" cy="1376894"/>
          </a:xfrm>
          <a:custGeom>
            <a:avLst/>
            <a:gdLst/>
            <a:ahLst/>
            <a:cxnLst/>
            <a:rect l="l" t="t" r="r" b="b"/>
            <a:pathLst>
              <a:path w="1845033" h="2149932">
                <a:moveTo>
                  <a:pt x="0" y="0"/>
                </a:moveTo>
                <a:lnTo>
                  <a:pt x="1845032" y="0"/>
                </a:lnTo>
                <a:lnTo>
                  <a:pt x="1845032" y="2149932"/>
                </a:lnTo>
                <a:lnTo>
                  <a:pt x="0" y="2149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83C08-DF41-BD29-0C0A-24A4379167C7}"/>
              </a:ext>
            </a:extLst>
          </p:cNvPr>
          <p:cNvSpPr txBox="1">
            <a:spLocks/>
          </p:cNvSpPr>
          <p:nvPr/>
        </p:nvSpPr>
        <p:spPr>
          <a:xfrm>
            <a:off x="95250" y="2324100"/>
            <a:ext cx="18802350" cy="781205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1.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우리는 한 사람 한 사람 모두가 평등한 공동체의 주체입니다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2.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나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너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 모두 서로 존중할 수 있는 공동체가 되도록 함께 노력합니다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3.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우리는 타인의 의견에 개방적인 태도를 지니며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사고 확장을 위해 서로 돕는 존재입니다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4.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우리가 가진 경험은 공동체 안에서 서로 나눌 때 더욱 가치를 지닙니다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5.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우리는 나이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경험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지식 등의 차이로 인한 권위적인 관계를 원하지 않습니다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6.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우리는 민주적인 토론을 지향하며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모든 구성원의 의견을 소중하게 생각합니다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7.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상대방을 배려하면서 경청하고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상대방이 원치 않는 발언을 하지 않습니다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8.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공동체 안에 소수자를 차별하는 말과 행동을 하지 않습니다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9.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다수 중심적인 가치관과 관련된 발언에 유의합니다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 fontAlgn="base" latinLnBrk="1">
              <a:buNone/>
            </a:pP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10.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상대방의 생각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의견 및 겉모습을 평가하는 발언에 유의합니다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 </a:t>
            </a:r>
            <a:endParaRPr lang="ko-KR" altLang="en-US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Font typeface="Arial" pitchFamily="34" charset="0"/>
              <a:buNone/>
            </a:pPr>
            <a:endParaRPr lang="en-US" altLang="ko-KR" sz="4000" dirty="0">
              <a:solidFill>
                <a:schemeClr val="tx1">
                  <a:lumMod val="75000"/>
                  <a:lumOff val="25000"/>
                </a:schemeClr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E7DE44CD-473A-8666-1EF9-79D7F5ACDAC5}"/>
              </a:ext>
            </a:extLst>
          </p:cNvPr>
          <p:cNvSpPr/>
          <p:nvPr/>
        </p:nvSpPr>
        <p:spPr>
          <a:xfrm>
            <a:off x="15815653" y="7773311"/>
            <a:ext cx="2306993" cy="2362842"/>
          </a:xfrm>
          <a:custGeom>
            <a:avLst/>
            <a:gdLst/>
            <a:ahLst/>
            <a:cxnLst/>
            <a:rect l="l" t="t" r="r" b="b"/>
            <a:pathLst>
              <a:path w="2306993" h="2362842">
                <a:moveTo>
                  <a:pt x="0" y="0"/>
                </a:moveTo>
                <a:lnTo>
                  <a:pt x="2306993" y="0"/>
                </a:lnTo>
                <a:lnTo>
                  <a:pt x="2306993" y="2362841"/>
                </a:lnTo>
                <a:lnTo>
                  <a:pt x="0" y="23628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55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F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8600" y="2476500"/>
            <a:ext cx="17794321" cy="7467600"/>
            <a:chOff x="0" y="0"/>
            <a:chExt cx="46952562" cy="17403304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46889064" cy="17339804"/>
            </a:xfrm>
            <a:custGeom>
              <a:avLst/>
              <a:gdLst/>
              <a:ahLst/>
              <a:cxnLst/>
              <a:rect l="l" t="t" r="r" b="b"/>
              <a:pathLst>
                <a:path w="46889064" h="17339804">
                  <a:moveTo>
                    <a:pt x="46796353" y="17339804"/>
                  </a:moveTo>
                  <a:lnTo>
                    <a:pt x="92710" y="17339804"/>
                  </a:lnTo>
                  <a:cubicBezTo>
                    <a:pt x="41910" y="17339804"/>
                    <a:pt x="0" y="17297895"/>
                    <a:pt x="0" y="172470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6795082" y="0"/>
                  </a:lnTo>
                  <a:cubicBezTo>
                    <a:pt x="46845882" y="0"/>
                    <a:pt x="46887792" y="41910"/>
                    <a:pt x="46887792" y="92710"/>
                  </a:cubicBezTo>
                  <a:lnTo>
                    <a:pt x="46887792" y="17245825"/>
                  </a:lnTo>
                  <a:cubicBezTo>
                    <a:pt x="46889064" y="17297895"/>
                    <a:pt x="46847153" y="17339804"/>
                    <a:pt x="46796353" y="173398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6952564" cy="17403305"/>
            </a:xfrm>
            <a:custGeom>
              <a:avLst/>
              <a:gdLst/>
              <a:ahLst/>
              <a:cxnLst/>
              <a:rect l="l" t="t" r="r" b="b"/>
              <a:pathLst>
                <a:path w="46952564" h="17403305">
                  <a:moveTo>
                    <a:pt x="46828103" y="59690"/>
                  </a:moveTo>
                  <a:cubicBezTo>
                    <a:pt x="46863664" y="59690"/>
                    <a:pt x="46892871" y="88900"/>
                    <a:pt x="46892871" y="124460"/>
                  </a:cubicBezTo>
                  <a:lnTo>
                    <a:pt x="46892871" y="17278845"/>
                  </a:lnTo>
                  <a:cubicBezTo>
                    <a:pt x="46892871" y="17314405"/>
                    <a:pt x="46863664" y="17343614"/>
                    <a:pt x="46828103" y="17343614"/>
                  </a:cubicBezTo>
                  <a:lnTo>
                    <a:pt x="124460" y="17343614"/>
                  </a:lnTo>
                  <a:cubicBezTo>
                    <a:pt x="88900" y="17343614"/>
                    <a:pt x="59690" y="17314405"/>
                    <a:pt x="59690" y="172788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6828103" y="59690"/>
                  </a:lnTo>
                  <a:moveTo>
                    <a:pt x="468281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278845"/>
                  </a:lnTo>
                  <a:cubicBezTo>
                    <a:pt x="0" y="17347425"/>
                    <a:pt x="55880" y="17403305"/>
                    <a:pt x="124460" y="17403305"/>
                  </a:cubicBezTo>
                  <a:lnTo>
                    <a:pt x="46828103" y="17403305"/>
                  </a:lnTo>
                  <a:cubicBezTo>
                    <a:pt x="46896682" y="17403305"/>
                    <a:pt x="46952564" y="17347425"/>
                    <a:pt x="46952564" y="17278845"/>
                  </a:cubicBezTo>
                  <a:lnTo>
                    <a:pt x="46952564" y="124460"/>
                  </a:lnTo>
                  <a:cubicBezTo>
                    <a:pt x="46952564" y="55880"/>
                    <a:pt x="46896682" y="0"/>
                    <a:pt x="46828103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E57B72F0-CD1A-03E0-8F25-1342615A610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828AD59-4740-69C9-0681-3291438C3FB6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5DA1D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F9ACA2E-F488-8D6A-4813-009F4A667693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9E656D7B-295E-8FFD-5905-D35ED3E85458}"/>
              </a:ext>
            </a:extLst>
          </p:cNvPr>
          <p:cNvSpPr txBox="1"/>
          <p:nvPr/>
        </p:nvSpPr>
        <p:spPr>
          <a:xfrm>
            <a:off x="457200" y="642877"/>
            <a:ext cx="185166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altLang="ko-KR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</a:t>
            </a:r>
            <a:r>
              <a:rPr 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학급규칙의 의미와 학급규칙이 필요한 이유</a:t>
            </a:r>
            <a:endParaRPr lang="en-US" sz="6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814F682-D4F5-4164-D03D-8A2BEAE80B11}"/>
              </a:ext>
            </a:extLst>
          </p:cNvPr>
          <p:cNvSpPr txBox="1">
            <a:spLocks/>
          </p:cNvSpPr>
          <p:nvPr/>
        </p:nvSpPr>
        <p:spPr>
          <a:xfrm>
            <a:off x="1353502" y="2709864"/>
            <a:ext cx="16230600" cy="7467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진행자는 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모둠원에게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두 장씩 나눠주세요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b="1" dirty="0">
                <a:solidFill>
                  <a:srgbClr val="C2DF92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초록색</a:t>
            </a:r>
            <a:r>
              <a:rPr lang="ko-KR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400" b="1" dirty="0" err="1">
                <a:solidFill>
                  <a:srgbClr val="C2DF92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에는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“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학급규칙은 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(                  )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이다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.” </a:t>
            </a:r>
          </a:p>
          <a:p>
            <a:pPr marL="0" indent="0">
              <a:buFont typeface="Arial" pitchFamily="34" charset="0"/>
              <a:buNone/>
            </a:pP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라고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자신만의 정의를 내려봅시다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b="1" dirty="0">
                <a:solidFill>
                  <a:srgbClr val="CEAAE8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분홍색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400" b="1" dirty="0" err="1">
                <a:solidFill>
                  <a:srgbClr val="CEAAE8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에는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아래의 문장을 완성해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Font typeface="Arial" pitchFamily="34" charset="0"/>
              <a:buNone/>
            </a:pP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“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학급 공동체의 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(                 )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를 위하여 학급규칙은 필요하다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”</a:t>
            </a:r>
          </a:p>
          <a:p>
            <a:pPr marL="0" indent="0">
              <a:buFont typeface="Arial" pitchFamily="34" charset="0"/>
              <a:buNone/>
            </a:pPr>
            <a:endParaRPr lang="en-US" altLang="ko-KR" sz="2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 안에서 자신의 생각을 공유해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</p:txBody>
      </p:sp>
      <p:sp>
        <p:nvSpPr>
          <p:cNvPr id="38" name="Freeform 7">
            <a:extLst>
              <a:ext uri="{FF2B5EF4-FFF2-40B4-BE49-F238E27FC236}">
                <a16:creationId xmlns:a16="http://schemas.microsoft.com/office/drawing/2014/main" id="{C3E16534-380B-3447-6C52-6737CC02BEE9}"/>
              </a:ext>
            </a:extLst>
          </p:cNvPr>
          <p:cNvSpPr/>
          <p:nvPr/>
        </p:nvSpPr>
        <p:spPr>
          <a:xfrm>
            <a:off x="16703891" y="5425958"/>
            <a:ext cx="850013" cy="1126523"/>
          </a:xfrm>
          <a:custGeom>
            <a:avLst/>
            <a:gdLst/>
            <a:ahLst/>
            <a:cxnLst/>
            <a:rect l="l" t="t" r="r" b="b"/>
            <a:pathLst>
              <a:path w="1275019" h="1689785">
                <a:moveTo>
                  <a:pt x="0" y="0"/>
                </a:moveTo>
                <a:lnTo>
                  <a:pt x="1275020" y="0"/>
                </a:lnTo>
                <a:lnTo>
                  <a:pt x="1275020" y="1689785"/>
                </a:lnTo>
                <a:lnTo>
                  <a:pt x="0" y="1689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64F6024-C4BB-6B8F-C21B-462A3C147F20}"/>
              </a:ext>
            </a:extLst>
          </p:cNvPr>
          <p:cNvGrpSpPr/>
          <p:nvPr/>
        </p:nvGrpSpPr>
        <p:grpSpPr>
          <a:xfrm>
            <a:off x="457200" y="2724944"/>
            <a:ext cx="850066" cy="850066"/>
            <a:chOff x="1595502" y="3504511"/>
            <a:chExt cx="850066" cy="85006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79E7DC9-7E4A-5961-CC2D-4314B864B5AA}"/>
                </a:ext>
              </a:extLst>
            </p:cNvPr>
            <p:cNvGrpSpPr/>
            <p:nvPr/>
          </p:nvGrpSpPr>
          <p:grpSpPr>
            <a:xfrm>
              <a:off x="1595502" y="3504511"/>
              <a:ext cx="850066" cy="850066"/>
              <a:chOff x="1595502" y="3607635"/>
              <a:chExt cx="850066" cy="850066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B096A6F-EE89-D595-5745-8FE439C4A8BB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5DA1DF"/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8DE85C8F-6D84-195D-18E5-E3898AB7DAC8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5DA1DF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7A0435-8E53-01BF-C120-A891EDF9695B}"/>
                </a:ext>
              </a:extLst>
            </p:cNvPr>
            <p:cNvSpPr txBox="1"/>
            <p:nvPr/>
          </p:nvSpPr>
          <p:spPr>
            <a:xfrm>
              <a:off x="1735791" y="3580246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3245EAD-3897-B7C8-4C14-8BFA539F3689}"/>
              </a:ext>
            </a:extLst>
          </p:cNvPr>
          <p:cNvGrpSpPr/>
          <p:nvPr/>
        </p:nvGrpSpPr>
        <p:grpSpPr>
          <a:xfrm>
            <a:off x="457200" y="4454661"/>
            <a:ext cx="850066" cy="850066"/>
            <a:chOff x="6877140" y="3504511"/>
            <a:chExt cx="850066" cy="850066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87626CC-D462-65AD-0F85-8376DA824A7A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816C8CC9-3567-54F7-D954-3EE30D42306F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CD8A10C1-1A23-9F35-B031-D1E7BB1114AA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18F9AC-331F-BC19-B801-921855D33C2C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4F1FD04-344A-C7B3-CBC7-28729165ADAF}"/>
              </a:ext>
            </a:extLst>
          </p:cNvPr>
          <p:cNvGrpSpPr/>
          <p:nvPr/>
        </p:nvGrpSpPr>
        <p:grpSpPr>
          <a:xfrm>
            <a:off x="457200" y="6767536"/>
            <a:ext cx="850066" cy="850066"/>
            <a:chOff x="12308749" y="3506093"/>
            <a:chExt cx="850066" cy="850066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A1551A28-364A-ABA3-73D6-55AF1FB23DA0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1F51E430-FC77-4D0C-B084-A603D544A202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C4ADFAC5-995D-9E11-6C42-31CEF918110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1141763-58CC-7FAC-D957-618881E22E14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BEFB23A-6D6C-70DF-7C3D-B0AADADA3AE6}"/>
              </a:ext>
            </a:extLst>
          </p:cNvPr>
          <p:cNvGrpSpPr/>
          <p:nvPr/>
        </p:nvGrpSpPr>
        <p:grpSpPr>
          <a:xfrm>
            <a:off x="453039" y="8785683"/>
            <a:ext cx="850066" cy="850066"/>
            <a:chOff x="12308749" y="3506093"/>
            <a:chExt cx="850066" cy="850066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18C42C0-ED32-CC1B-A236-8665F9BB907A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43F036E9-CBC9-9D92-8053-4A3552FAB1D2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1781D5A8-86D8-BE0A-CE61-9ED25674A6E3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3760842-6A29-4E20-6B7A-8BAAEBAF3575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F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8600" y="2476500"/>
            <a:ext cx="17794321" cy="7467600"/>
            <a:chOff x="0" y="0"/>
            <a:chExt cx="46952562" cy="17403304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46889064" cy="17339804"/>
            </a:xfrm>
            <a:custGeom>
              <a:avLst/>
              <a:gdLst/>
              <a:ahLst/>
              <a:cxnLst/>
              <a:rect l="l" t="t" r="r" b="b"/>
              <a:pathLst>
                <a:path w="46889064" h="17339804">
                  <a:moveTo>
                    <a:pt x="46796353" y="17339804"/>
                  </a:moveTo>
                  <a:lnTo>
                    <a:pt x="92710" y="17339804"/>
                  </a:lnTo>
                  <a:cubicBezTo>
                    <a:pt x="41910" y="17339804"/>
                    <a:pt x="0" y="17297895"/>
                    <a:pt x="0" y="172470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6795082" y="0"/>
                  </a:lnTo>
                  <a:cubicBezTo>
                    <a:pt x="46845882" y="0"/>
                    <a:pt x="46887792" y="41910"/>
                    <a:pt x="46887792" y="92710"/>
                  </a:cubicBezTo>
                  <a:lnTo>
                    <a:pt x="46887792" y="17245825"/>
                  </a:lnTo>
                  <a:cubicBezTo>
                    <a:pt x="46889064" y="17297895"/>
                    <a:pt x="46847153" y="17339804"/>
                    <a:pt x="46796353" y="173398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6952564" cy="17403305"/>
            </a:xfrm>
            <a:custGeom>
              <a:avLst/>
              <a:gdLst/>
              <a:ahLst/>
              <a:cxnLst/>
              <a:rect l="l" t="t" r="r" b="b"/>
              <a:pathLst>
                <a:path w="46952564" h="17403305">
                  <a:moveTo>
                    <a:pt x="46828103" y="59690"/>
                  </a:moveTo>
                  <a:cubicBezTo>
                    <a:pt x="46863664" y="59690"/>
                    <a:pt x="46892871" y="88900"/>
                    <a:pt x="46892871" y="124460"/>
                  </a:cubicBezTo>
                  <a:lnTo>
                    <a:pt x="46892871" y="17278845"/>
                  </a:lnTo>
                  <a:cubicBezTo>
                    <a:pt x="46892871" y="17314405"/>
                    <a:pt x="46863664" y="17343614"/>
                    <a:pt x="46828103" y="17343614"/>
                  </a:cubicBezTo>
                  <a:lnTo>
                    <a:pt x="124460" y="17343614"/>
                  </a:lnTo>
                  <a:cubicBezTo>
                    <a:pt x="88900" y="17343614"/>
                    <a:pt x="59690" y="17314405"/>
                    <a:pt x="59690" y="172788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6828103" y="59690"/>
                  </a:lnTo>
                  <a:moveTo>
                    <a:pt x="468281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278845"/>
                  </a:lnTo>
                  <a:cubicBezTo>
                    <a:pt x="0" y="17347425"/>
                    <a:pt x="55880" y="17403305"/>
                    <a:pt x="124460" y="17403305"/>
                  </a:cubicBezTo>
                  <a:lnTo>
                    <a:pt x="46828103" y="17403305"/>
                  </a:lnTo>
                  <a:cubicBezTo>
                    <a:pt x="46896682" y="17403305"/>
                    <a:pt x="46952564" y="17347425"/>
                    <a:pt x="46952564" y="17278845"/>
                  </a:cubicBezTo>
                  <a:lnTo>
                    <a:pt x="46952564" y="124460"/>
                  </a:lnTo>
                  <a:cubicBezTo>
                    <a:pt x="46952564" y="55880"/>
                    <a:pt x="46896682" y="0"/>
                    <a:pt x="46828103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E57B72F0-CD1A-03E0-8F25-1342615A610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828AD59-4740-69C9-0681-3291438C3FB6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5DA1D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F9ACA2E-F488-8D6A-4813-009F4A667693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9E656D7B-295E-8FFD-5905-D35ED3E85458}"/>
              </a:ext>
            </a:extLst>
          </p:cNvPr>
          <p:cNvSpPr txBox="1"/>
          <p:nvPr/>
        </p:nvSpPr>
        <p:spPr>
          <a:xfrm>
            <a:off x="1007217" y="642877"/>
            <a:ext cx="185166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학교 생활에서 자신의 경험 나누기</a:t>
            </a:r>
            <a:endParaRPr lang="en-US" sz="6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814F682-D4F5-4164-D03D-8A2BEAE80B11}"/>
              </a:ext>
            </a:extLst>
          </p:cNvPr>
          <p:cNvSpPr txBox="1">
            <a:spLocks/>
          </p:cNvSpPr>
          <p:nvPr/>
        </p:nvSpPr>
        <p:spPr>
          <a:xfrm>
            <a:off x="1422178" y="3324644"/>
            <a:ext cx="14478000" cy="61309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5400" dirty="0">
                <a:solidFill>
                  <a:srgbClr val="C2DF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초록색</a:t>
            </a:r>
            <a:r>
              <a:rPr lang="ko-KR" altLang="en-US" sz="5400" dirty="0">
                <a:solidFill>
                  <a:srgbClr val="C2DF92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400" dirty="0" err="1">
                <a:solidFill>
                  <a:srgbClr val="C2DF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에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학교에서 존중 받았던 경험과</a:t>
            </a: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그 때의 기분을 적어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3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dirty="0">
                <a:solidFill>
                  <a:srgbClr val="CEAA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분홍색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400" dirty="0" err="1">
                <a:solidFill>
                  <a:srgbClr val="CEAA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에는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학교에서 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존중받지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못했던 경험과</a:t>
            </a: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그때의 기분을 적어봅시다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 안에서 자신의 경험을 공유해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B7EBB7F5-1487-D619-38D8-09BB3E048130}"/>
              </a:ext>
            </a:extLst>
          </p:cNvPr>
          <p:cNvSpPr/>
          <p:nvPr/>
        </p:nvSpPr>
        <p:spPr>
          <a:xfrm>
            <a:off x="15773400" y="7796876"/>
            <a:ext cx="1375193" cy="1694140"/>
          </a:xfrm>
          <a:custGeom>
            <a:avLst/>
            <a:gdLst/>
            <a:ahLst/>
            <a:cxnLst/>
            <a:rect l="l" t="t" r="r" b="b"/>
            <a:pathLst>
              <a:path w="1461939" h="1637610">
                <a:moveTo>
                  <a:pt x="0" y="0"/>
                </a:moveTo>
                <a:lnTo>
                  <a:pt x="1461940" y="0"/>
                </a:lnTo>
                <a:lnTo>
                  <a:pt x="1461940" y="1637611"/>
                </a:lnTo>
                <a:lnTo>
                  <a:pt x="0" y="1637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3A7EB0C-DF4B-D2BA-D85D-748788B702D2}"/>
              </a:ext>
            </a:extLst>
          </p:cNvPr>
          <p:cNvGrpSpPr/>
          <p:nvPr/>
        </p:nvGrpSpPr>
        <p:grpSpPr>
          <a:xfrm>
            <a:off x="493304" y="3478363"/>
            <a:ext cx="850066" cy="850066"/>
            <a:chOff x="6877140" y="3504511"/>
            <a:chExt cx="850066" cy="850066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DD9CEB19-12B0-55BE-5D67-D9DA5B5F0B21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54EB7608-E45E-9493-C2D0-2A03B4DDE1F4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3D557134-15D0-1B2F-B299-14B0DF977F3F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7553D4D-7C18-2E67-2525-5B5AB249DD0E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EBD0872-2408-46C8-382F-95AA46A69739}"/>
              </a:ext>
            </a:extLst>
          </p:cNvPr>
          <p:cNvGrpSpPr/>
          <p:nvPr/>
        </p:nvGrpSpPr>
        <p:grpSpPr>
          <a:xfrm>
            <a:off x="493304" y="5754444"/>
            <a:ext cx="850066" cy="850066"/>
            <a:chOff x="12308749" y="3506093"/>
            <a:chExt cx="850066" cy="850066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D4440F64-D139-82B3-8A56-65758A46C1D6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7CC2EB79-6283-DD54-BF7E-4BEE0DF6F87C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41A40D5-A0B7-D9E6-8BFB-0C686F8FB69D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C67C22E-E06F-808D-F9D7-C8FD989470EC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17CB2C7-CFF5-554B-EB5D-EE25953AB58F}"/>
              </a:ext>
            </a:extLst>
          </p:cNvPr>
          <p:cNvGrpSpPr/>
          <p:nvPr/>
        </p:nvGrpSpPr>
        <p:grpSpPr>
          <a:xfrm>
            <a:off x="489143" y="8218913"/>
            <a:ext cx="850066" cy="850066"/>
            <a:chOff x="12308749" y="3506093"/>
            <a:chExt cx="850066" cy="850066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5A865438-B79A-92B1-FEA8-4F8477182AA9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03D51A45-24E0-6013-446C-80CEFE6AA4F2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C9274349-7B45-214F-960E-F379D90CAE7E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C9F80E-B48C-A99D-E0C4-C7B7D6756D20}"/>
                </a:ext>
              </a:extLst>
            </p:cNvPr>
            <p:cNvSpPr txBox="1"/>
            <p:nvPr/>
          </p:nvSpPr>
          <p:spPr>
            <a:xfrm>
              <a:off x="12464713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193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F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8600" y="2287383"/>
            <a:ext cx="17794321" cy="7853415"/>
            <a:chOff x="0" y="0"/>
            <a:chExt cx="46952562" cy="17403304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46889064" cy="17339804"/>
            </a:xfrm>
            <a:custGeom>
              <a:avLst/>
              <a:gdLst/>
              <a:ahLst/>
              <a:cxnLst/>
              <a:rect l="l" t="t" r="r" b="b"/>
              <a:pathLst>
                <a:path w="46889064" h="17339804">
                  <a:moveTo>
                    <a:pt x="46796353" y="17339804"/>
                  </a:moveTo>
                  <a:lnTo>
                    <a:pt x="92710" y="17339804"/>
                  </a:lnTo>
                  <a:cubicBezTo>
                    <a:pt x="41910" y="17339804"/>
                    <a:pt x="0" y="17297895"/>
                    <a:pt x="0" y="172470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6795082" y="0"/>
                  </a:lnTo>
                  <a:cubicBezTo>
                    <a:pt x="46845882" y="0"/>
                    <a:pt x="46887792" y="41910"/>
                    <a:pt x="46887792" y="92710"/>
                  </a:cubicBezTo>
                  <a:lnTo>
                    <a:pt x="46887792" y="17245825"/>
                  </a:lnTo>
                  <a:cubicBezTo>
                    <a:pt x="46889064" y="17297895"/>
                    <a:pt x="46847153" y="17339804"/>
                    <a:pt x="46796353" y="173398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6952564" cy="17403305"/>
            </a:xfrm>
            <a:custGeom>
              <a:avLst/>
              <a:gdLst/>
              <a:ahLst/>
              <a:cxnLst/>
              <a:rect l="l" t="t" r="r" b="b"/>
              <a:pathLst>
                <a:path w="46952564" h="17403305">
                  <a:moveTo>
                    <a:pt x="46828103" y="59690"/>
                  </a:moveTo>
                  <a:cubicBezTo>
                    <a:pt x="46863664" y="59690"/>
                    <a:pt x="46892871" y="88900"/>
                    <a:pt x="46892871" y="124460"/>
                  </a:cubicBezTo>
                  <a:lnTo>
                    <a:pt x="46892871" y="17278845"/>
                  </a:lnTo>
                  <a:cubicBezTo>
                    <a:pt x="46892871" y="17314405"/>
                    <a:pt x="46863664" y="17343614"/>
                    <a:pt x="46828103" y="17343614"/>
                  </a:cubicBezTo>
                  <a:lnTo>
                    <a:pt x="124460" y="17343614"/>
                  </a:lnTo>
                  <a:cubicBezTo>
                    <a:pt x="88900" y="17343614"/>
                    <a:pt x="59690" y="17314405"/>
                    <a:pt x="59690" y="172788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6828103" y="59690"/>
                  </a:lnTo>
                  <a:moveTo>
                    <a:pt x="468281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278845"/>
                  </a:lnTo>
                  <a:cubicBezTo>
                    <a:pt x="0" y="17347425"/>
                    <a:pt x="55880" y="17403305"/>
                    <a:pt x="124460" y="17403305"/>
                  </a:cubicBezTo>
                  <a:lnTo>
                    <a:pt x="46828103" y="17403305"/>
                  </a:lnTo>
                  <a:cubicBezTo>
                    <a:pt x="46896682" y="17403305"/>
                    <a:pt x="46952564" y="17347425"/>
                    <a:pt x="46952564" y="17278845"/>
                  </a:cubicBezTo>
                  <a:lnTo>
                    <a:pt x="46952564" y="124460"/>
                  </a:lnTo>
                  <a:cubicBezTo>
                    <a:pt x="46952564" y="55880"/>
                    <a:pt x="46896682" y="0"/>
                    <a:pt x="46828103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E57B72F0-CD1A-03E0-8F25-1342615A610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828AD59-4740-69C9-0681-3291438C3FB6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5DA1D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F9ACA2E-F488-8D6A-4813-009F4A667693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9E656D7B-295E-8FFD-5905-D35ED3E85458}"/>
              </a:ext>
            </a:extLst>
          </p:cNvPr>
          <p:cNvSpPr txBox="1"/>
          <p:nvPr/>
        </p:nvSpPr>
        <p:spPr>
          <a:xfrm>
            <a:off x="1007217" y="642877"/>
            <a:ext cx="185166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 공동체 생활을 위한 의견 나누기</a:t>
            </a:r>
            <a:endParaRPr lang="en-US" sz="6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814F682-D4F5-4164-D03D-8A2BEAE80B11}"/>
              </a:ext>
            </a:extLst>
          </p:cNvPr>
          <p:cNvSpPr txBox="1">
            <a:spLocks/>
          </p:cNvSpPr>
          <p:nvPr/>
        </p:nvSpPr>
        <p:spPr>
          <a:xfrm>
            <a:off x="1318697" y="2533320"/>
            <a:ext cx="15673904" cy="75931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5400" dirty="0">
                <a:solidFill>
                  <a:srgbClr val="C2DF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초록색</a:t>
            </a:r>
            <a:r>
              <a:rPr lang="ko-KR" altLang="en-US" sz="5400" dirty="0">
                <a:solidFill>
                  <a:srgbClr val="C2DF92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400" dirty="0" err="1">
                <a:solidFill>
                  <a:srgbClr val="C2DF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에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학급 공동체 생활을 위해 </a:t>
            </a: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‘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해야 할 사항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’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을 적어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13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dirty="0">
                <a:solidFill>
                  <a:srgbClr val="CEAA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분홍색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400" dirty="0" err="1">
                <a:solidFill>
                  <a:srgbClr val="CEAA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에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학급 공동체 생활을 위해</a:t>
            </a: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‘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하지 말아야 할 사항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’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을 적어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한 장에 하나의 내용을 적고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1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인당 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포스트잇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여러 장을 </a:t>
            </a: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작성할 수 있습니다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13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 안 에서 자신의 경험을 공유해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진행자와 서기는 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모둠원들과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함께 모둠에서 나온 다양한 의견을</a:t>
            </a: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비슷한 항목끼리 묶어 전지에 정리해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.(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유목화 과정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)</a:t>
            </a:r>
          </a:p>
        </p:txBody>
      </p:sp>
      <p:sp>
        <p:nvSpPr>
          <p:cNvPr id="43" name="Freeform 15">
            <a:extLst>
              <a:ext uri="{FF2B5EF4-FFF2-40B4-BE49-F238E27FC236}">
                <a16:creationId xmlns:a16="http://schemas.microsoft.com/office/drawing/2014/main" id="{ACA73493-575B-8779-5599-CB50B742DBBF}"/>
              </a:ext>
            </a:extLst>
          </p:cNvPr>
          <p:cNvSpPr/>
          <p:nvPr/>
        </p:nvSpPr>
        <p:spPr>
          <a:xfrm>
            <a:off x="15697200" y="2756417"/>
            <a:ext cx="1805504" cy="2387083"/>
          </a:xfrm>
          <a:custGeom>
            <a:avLst/>
            <a:gdLst/>
            <a:ahLst/>
            <a:cxnLst/>
            <a:rect l="l" t="t" r="r" b="b"/>
            <a:pathLst>
              <a:path w="1351107" h="1786319">
                <a:moveTo>
                  <a:pt x="0" y="0"/>
                </a:moveTo>
                <a:lnTo>
                  <a:pt x="1351107" y="0"/>
                </a:lnTo>
                <a:lnTo>
                  <a:pt x="1351107" y="1786319"/>
                </a:lnTo>
                <a:lnTo>
                  <a:pt x="0" y="1786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B56779B-F5B2-3EE7-E403-51D5B9A88608}"/>
              </a:ext>
            </a:extLst>
          </p:cNvPr>
          <p:cNvGrpSpPr/>
          <p:nvPr/>
        </p:nvGrpSpPr>
        <p:grpSpPr>
          <a:xfrm>
            <a:off x="383561" y="2756417"/>
            <a:ext cx="850066" cy="850066"/>
            <a:chOff x="6877140" y="3504511"/>
            <a:chExt cx="850066" cy="850066"/>
          </a:xfrm>
        </p:grpSpPr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ECDFC1E3-02A6-241A-5E41-3F95D6B97E0F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124" name="타원 123">
                <a:extLst>
                  <a:ext uri="{FF2B5EF4-FFF2-40B4-BE49-F238E27FC236}">
                    <a16:creationId xmlns:a16="http://schemas.microsoft.com/office/drawing/2014/main" id="{3D5362C2-A1C7-9359-C200-16ECE4F9971F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2208255C-7A06-03EB-CC4A-D48822B52351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DA2F861E-90A0-7A7A-2A87-1C90DF4EAE5D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89FD0681-53B7-C425-144B-3A6A38287812}"/>
              </a:ext>
            </a:extLst>
          </p:cNvPr>
          <p:cNvGrpSpPr/>
          <p:nvPr/>
        </p:nvGrpSpPr>
        <p:grpSpPr>
          <a:xfrm>
            <a:off x="383561" y="4410246"/>
            <a:ext cx="850066" cy="850066"/>
            <a:chOff x="12308749" y="3506093"/>
            <a:chExt cx="850066" cy="850066"/>
          </a:xfrm>
        </p:grpSpPr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B3B45080-2304-EA0D-5E07-B6D607866D5A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96321421-3D22-51CC-2FC6-B3B4DAADCF7F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0847AD5E-6847-E85F-146E-18DDA4C78042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D85BA84-AB87-E70B-3CD6-838DA8BAA93B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160BB86F-2B97-36D0-BD5C-5FA5FE27734C}"/>
              </a:ext>
            </a:extLst>
          </p:cNvPr>
          <p:cNvGrpSpPr/>
          <p:nvPr/>
        </p:nvGrpSpPr>
        <p:grpSpPr>
          <a:xfrm>
            <a:off x="383561" y="6075899"/>
            <a:ext cx="850066" cy="850066"/>
            <a:chOff x="12308749" y="3506093"/>
            <a:chExt cx="850066" cy="850066"/>
          </a:xfrm>
        </p:grpSpPr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42A78A7D-680B-5224-FF10-F0D13EACA182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134" name="타원 133">
                <a:extLst>
                  <a:ext uri="{FF2B5EF4-FFF2-40B4-BE49-F238E27FC236}">
                    <a16:creationId xmlns:a16="http://schemas.microsoft.com/office/drawing/2014/main" id="{C2B816E6-20BB-CB62-17F5-5D73F68D9DB0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AA3762A9-DDF1-6AA9-A476-DA8F76B4CB07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6480179-10BA-7648-6C5A-578EB4C2783D}"/>
                </a:ext>
              </a:extLst>
            </p:cNvPr>
            <p:cNvSpPr txBox="1"/>
            <p:nvPr/>
          </p:nvSpPr>
          <p:spPr>
            <a:xfrm>
              <a:off x="12464713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5425D911-83B9-9F5A-4595-10B586CA5466}"/>
              </a:ext>
            </a:extLst>
          </p:cNvPr>
          <p:cNvGrpSpPr/>
          <p:nvPr/>
        </p:nvGrpSpPr>
        <p:grpSpPr>
          <a:xfrm>
            <a:off x="383561" y="7464704"/>
            <a:ext cx="850066" cy="850066"/>
            <a:chOff x="12308749" y="3506093"/>
            <a:chExt cx="850066" cy="850066"/>
          </a:xfrm>
        </p:grpSpPr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D7B5C825-AF97-2951-6C4D-A9D6829F1F7D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6917D8A4-370D-66A5-5110-EB6C3D33E8CE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B2D8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AA8C761C-0D49-1C7C-A7F6-A4067373A3D0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5D92751-9C69-2CAD-8731-E7F0634220E8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B2D8FA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B2D8FA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45C1C450-8513-743D-C7E7-55175740FBE7}"/>
              </a:ext>
            </a:extLst>
          </p:cNvPr>
          <p:cNvGrpSpPr/>
          <p:nvPr/>
        </p:nvGrpSpPr>
        <p:grpSpPr>
          <a:xfrm>
            <a:off x="383561" y="8824701"/>
            <a:ext cx="850066" cy="850066"/>
            <a:chOff x="12308749" y="3506093"/>
            <a:chExt cx="850066" cy="850066"/>
          </a:xfrm>
        </p:grpSpPr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01A52343-35F2-6E5C-188C-3E96A031FCBE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144" name="타원 143">
                <a:extLst>
                  <a:ext uri="{FF2B5EF4-FFF2-40B4-BE49-F238E27FC236}">
                    <a16:creationId xmlns:a16="http://schemas.microsoft.com/office/drawing/2014/main" id="{F2DABDB1-5FC5-D8D7-DB54-71CAEBE76480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45" name="타원 144">
                <a:extLst>
                  <a:ext uri="{FF2B5EF4-FFF2-40B4-BE49-F238E27FC236}">
                    <a16:creationId xmlns:a16="http://schemas.microsoft.com/office/drawing/2014/main" id="{F248D3A6-6B27-1A1F-214E-DB083232BFB9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A747244-E64E-81D9-80ED-7AA7D00606E3}"/>
                </a:ext>
              </a:extLst>
            </p:cNvPr>
            <p:cNvSpPr txBox="1"/>
            <p:nvPr/>
          </p:nvSpPr>
          <p:spPr>
            <a:xfrm>
              <a:off x="12466721" y="3576935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5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843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A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8600" y="2287383"/>
            <a:ext cx="17794322" cy="7853415"/>
            <a:chOff x="0" y="0"/>
            <a:chExt cx="46952564" cy="17403305"/>
          </a:xfrm>
        </p:grpSpPr>
        <p:sp>
          <p:nvSpPr>
            <p:cNvPr id="4" name="Freeform 4"/>
            <p:cNvSpPr/>
            <p:nvPr/>
          </p:nvSpPr>
          <p:spPr>
            <a:xfrm>
              <a:off x="31751" y="31751"/>
              <a:ext cx="46889063" cy="17339805"/>
            </a:xfrm>
            <a:custGeom>
              <a:avLst/>
              <a:gdLst/>
              <a:ahLst/>
              <a:cxnLst/>
              <a:rect l="l" t="t" r="r" b="b"/>
              <a:pathLst>
                <a:path w="46889064" h="17339804">
                  <a:moveTo>
                    <a:pt x="46796353" y="17339804"/>
                  </a:moveTo>
                  <a:lnTo>
                    <a:pt x="92710" y="17339804"/>
                  </a:lnTo>
                  <a:cubicBezTo>
                    <a:pt x="41910" y="17339804"/>
                    <a:pt x="0" y="17297895"/>
                    <a:pt x="0" y="172470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6795082" y="0"/>
                  </a:lnTo>
                  <a:cubicBezTo>
                    <a:pt x="46845882" y="0"/>
                    <a:pt x="46887792" y="41910"/>
                    <a:pt x="46887792" y="92710"/>
                  </a:cubicBezTo>
                  <a:lnTo>
                    <a:pt x="46887792" y="17245825"/>
                  </a:lnTo>
                  <a:cubicBezTo>
                    <a:pt x="46889064" y="17297895"/>
                    <a:pt x="46847153" y="17339804"/>
                    <a:pt x="46796353" y="173398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6952564" cy="17403305"/>
            </a:xfrm>
            <a:custGeom>
              <a:avLst/>
              <a:gdLst/>
              <a:ahLst/>
              <a:cxnLst/>
              <a:rect l="l" t="t" r="r" b="b"/>
              <a:pathLst>
                <a:path w="46952564" h="17403305">
                  <a:moveTo>
                    <a:pt x="46828103" y="59690"/>
                  </a:moveTo>
                  <a:cubicBezTo>
                    <a:pt x="46863664" y="59690"/>
                    <a:pt x="46892871" y="88900"/>
                    <a:pt x="46892871" y="124460"/>
                  </a:cubicBezTo>
                  <a:lnTo>
                    <a:pt x="46892871" y="17278845"/>
                  </a:lnTo>
                  <a:cubicBezTo>
                    <a:pt x="46892871" y="17314405"/>
                    <a:pt x="46863664" y="17343614"/>
                    <a:pt x="46828103" y="17343614"/>
                  </a:cubicBezTo>
                  <a:lnTo>
                    <a:pt x="124460" y="17343614"/>
                  </a:lnTo>
                  <a:cubicBezTo>
                    <a:pt x="88900" y="17343614"/>
                    <a:pt x="59690" y="17314405"/>
                    <a:pt x="59690" y="172788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6828103" y="59690"/>
                  </a:lnTo>
                  <a:moveTo>
                    <a:pt x="468281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278845"/>
                  </a:lnTo>
                  <a:cubicBezTo>
                    <a:pt x="0" y="17347425"/>
                    <a:pt x="55880" y="17403305"/>
                    <a:pt x="124460" y="17403305"/>
                  </a:cubicBezTo>
                  <a:lnTo>
                    <a:pt x="46828103" y="17403305"/>
                  </a:lnTo>
                  <a:cubicBezTo>
                    <a:pt x="46896682" y="17403305"/>
                    <a:pt x="46952564" y="17347425"/>
                    <a:pt x="46952564" y="17278845"/>
                  </a:cubicBezTo>
                  <a:lnTo>
                    <a:pt x="46952564" y="124460"/>
                  </a:lnTo>
                  <a:cubicBezTo>
                    <a:pt x="46952564" y="55880"/>
                    <a:pt x="46896682" y="0"/>
                    <a:pt x="46828103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E57B72F0-CD1A-03E0-8F25-1342615A610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828AD59-4740-69C9-0681-3291438C3FB6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B2D8F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F9ACA2E-F488-8D6A-4813-009F4A667693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9E656D7B-295E-8FFD-5905-D35ED3E85458}"/>
              </a:ext>
            </a:extLst>
          </p:cNvPr>
          <p:cNvSpPr txBox="1"/>
          <p:nvPr/>
        </p:nvSpPr>
        <p:spPr>
          <a:xfrm>
            <a:off x="527160" y="852036"/>
            <a:ext cx="13722240" cy="1148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altLang="ko-KR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3. </a:t>
            </a:r>
            <a:r>
              <a:rPr lang="ko-KR" altLang="en-US" sz="9600" dirty="0" err="1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모둠별</a:t>
            </a:r>
            <a:r>
              <a:rPr lang="ko-KR" altLang="en-US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학급 규칙 만들기</a:t>
            </a:r>
            <a:endParaRPr lang="en-US" sz="9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814F682-D4F5-4164-D03D-8A2BEAE80B11}"/>
              </a:ext>
            </a:extLst>
          </p:cNvPr>
          <p:cNvSpPr txBox="1">
            <a:spLocks/>
          </p:cNvSpPr>
          <p:nvPr/>
        </p:nvSpPr>
        <p:spPr>
          <a:xfrm>
            <a:off x="1320662" y="2537403"/>
            <a:ext cx="16129138" cy="78247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유목화 과정으로 분류된 여러 의견을 문장으로 정리해 봅시다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3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서기는 </a:t>
            </a: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모둠원의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의견을 종합하여 전지에 문장으로 </a:t>
            </a: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적어주세요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3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모둠별로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정리된 문장은 되도록 긍정적인 표현으로 적어주세요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3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완성된 조는 게시판에 전지를 붙이고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2</a:t>
            </a: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차시 전체 대상 발표를 </a:t>
            </a:r>
            <a:b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위해 발표자를 선정해 주세요</a:t>
            </a:r>
            <a:r>
              <a:rPr lang="en-US" altLang="ko-KR" sz="5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</p:txBody>
      </p:sp>
      <p:sp>
        <p:nvSpPr>
          <p:cNvPr id="33" name="Freeform 9">
            <a:extLst>
              <a:ext uri="{FF2B5EF4-FFF2-40B4-BE49-F238E27FC236}">
                <a16:creationId xmlns:a16="http://schemas.microsoft.com/office/drawing/2014/main" id="{7193B851-70F0-EC34-7F34-A902DE526A8C}"/>
              </a:ext>
            </a:extLst>
          </p:cNvPr>
          <p:cNvSpPr/>
          <p:nvPr/>
        </p:nvSpPr>
        <p:spPr>
          <a:xfrm>
            <a:off x="16019985" y="236226"/>
            <a:ext cx="1956491" cy="1981713"/>
          </a:xfrm>
          <a:custGeom>
            <a:avLst/>
            <a:gdLst/>
            <a:ahLst/>
            <a:cxnLst/>
            <a:rect l="l" t="t" r="r" b="b"/>
            <a:pathLst>
              <a:path w="1649459" h="1670723">
                <a:moveTo>
                  <a:pt x="0" y="0"/>
                </a:moveTo>
                <a:lnTo>
                  <a:pt x="1649459" y="0"/>
                </a:lnTo>
                <a:lnTo>
                  <a:pt x="1649459" y="1670723"/>
                </a:lnTo>
                <a:lnTo>
                  <a:pt x="0" y="1670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76F9276-A1FC-1345-FC7D-0EBAA4794A1B}"/>
              </a:ext>
            </a:extLst>
          </p:cNvPr>
          <p:cNvGrpSpPr/>
          <p:nvPr/>
        </p:nvGrpSpPr>
        <p:grpSpPr>
          <a:xfrm>
            <a:off x="457200" y="2629432"/>
            <a:ext cx="850066" cy="850066"/>
            <a:chOff x="1595502" y="3504511"/>
            <a:chExt cx="850066" cy="850066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446C6247-EAB6-6C0B-2459-A1014CD76B63}"/>
                </a:ext>
              </a:extLst>
            </p:cNvPr>
            <p:cNvGrpSpPr/>
            <p:nvPr/>
          </p:nvGrpSpPr>
          <p:grpSpPr>
            <a:xfrm>
              <a:off x="1595502" y="3504511"/>
              <a:ext cx="850066" cy="850066"/>
              <a:chOff x="1595502" y="3607635"/>
              <a:chExt cx="850066" cy="850066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57F3EE5-2D44-0842-4726-23BE4D82DE01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5DA1DF"/>
                  </a:solidFill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6E19A533-F1A5-A45E-721F-B2B9AF02BE8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5DA1DF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6761DAF-6B4E-C173-9A60-A854A02FB80F}"/>
                </a:ext>
              </a:extLst>
            </p:cNvPr>
            <p:cNvSpPr txBox="1"/>
            <p:nvPr/>
          </p:nvSpPr>
          <p:spPr>
            <a:xfrm>
              <a:off x="1735791" y="3580246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D0BC6F3-9F9F-053C-BC47-B8D46823AA3C}"/>
              </a:ext>
            </a:extLst>
          </p:cNvPr>
          <p:cNvGrpSpPr/>
          <p:nvPr/>
        </p:nvGrpSpPr>
        <p:grpSpPr>
          <a:xfrm>
            <a:off x="457200" y="4425672"/>
            <a:ext cx="850066" cy="850066"/>
            <a:chOff x="6877140" y="3504511"/>
            <a:chExt cx="850066" cy="850066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64BE1578-5312-DA94-7492-799C2BE538AE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3352E994-5A5C-800D-4FE5-BB4DDC0BCACA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D9AF8021-9A97-7275-664A-39E10A52128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76BAFA-BAFC-B043-9A96-49EF50155088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6CFD5BAC-13CF-C20A-006F-EDD0E3A7294E}"/>
              </a:ext>
            </a:extLst>
          </p:cNvPr>
          <p:cNvGrpSpPr/>
          <p:nvPr/>
        </p:nvGrpSpPr>
        <p:grpSpPr>
          <a:xfrm>
            <a:off x="457200" y="6531922"/>
            <a:ext cx="850066" cy="850066"/>
            <a:chOff x="12308749" y="3506093"/>
            <a:chExt cx="850066" cy="850066"/>
          </a:xfrm>
        </p:grpSpPr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04F4E6A6-E7AF-7C40-2B4A-41524EB557A3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id="{D0569861-DA2A-4C31-D6EA-5C9183120B3F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id="{1B105E7A-ECCC-4793-31E0-817639B0D551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A69315A-BC45-933A-7544-F6AD703C5C65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8AADFD38-B02C-3504-A49E-5AC4D98B636F}"/>
              </a:ext>
            </a:extLst>
          </p:cNvPr>
          <p:cNvGrpSpPr/>
          <p:nvPr/>
        </p:nvGrpSpPr>
        <p:grpSpPr>
          <a:xfrm>
            <a:off x="457200" y="8318433"/>
            <a:ext cx="850066" cy="850066"/>
            <a:chOff x="12308749" y="3506093"/>
            <a:chExt cx="850066" cy="850066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CEC48891-516A-BEB8-E181-7DE7BF5B7023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D98AD7A9-669E-3D5B-4013-DBABA1EBA2A1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6945BB2F-7801-5755-3157-005891C989DE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D54810D-747E-C4AB-430C-55CAA7E3D419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4837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A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8600" y="2287383"/>
            <a:ext cx="17794322" cy="7853415"/>
            <a:chOff x="0" y="0"/>
            <a:chExt cx="46952564" cy="17403305"/>
          </a:xfrm>
        </p:grpSpPr>
        <p:sp>
          <p:nvSpPr>
            <p:cNvPr id="4" name="Freeform 4"/>
            <p:cNvSpPr/>
            <p:nvPr/>
          </p:nvSpPr>
          <p:spPr>
            <a:xfrm>
              <a:off x="31751" y="31751"/>
              <a:ext cx="46889063" cy="17339805"/>
            </a:xfrm>
            <a:custGeom>
              <a:avLst/>
              <a:gdLst/>
              <a:ahLst/>
              <a:cxnLst/>
              <a:rect l="l" t="t" r="r" b="b"/>
              <a:pathLst>
                <a:path w="46889064" h="17339804">
                  <a:moveTo>
                    <a:pt x="46796353" y="17339804"/>
                  </a:moveTo>
                  <a:lnTo>
                    <a:pt x="92710" y="17339804"/>
                  </a:lnTo>
                  <a:cubicBezTo>
                    <a:pt x="41910" y="17339804"/>
                    <a:pt x="0" y="17297895"/>
                    <a:pt x="0" y="172470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6795082" y="0"/>
                  </a:lnTo>
                  <a:cubicBezTo>
                    <a:pt x="46845882" y="0"/>
                    <a:pt x="46887792" y="41910"/>
                    <a:pt x="46887792" y="92710"/>
                  </a:cubicBezTo>
                  <a:lnTo>
                    <a:pt x="46887792" y="17245825"/>
                  </a:lnTo>
                  <a:cubicBezTo>
                    <a:pt x="46889064" y="17297895"/>
                    <a:pt x="46847153" y="17339804"/>
                    <a:pt x="46796353" y="173398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6952564" cy="17403305"/>
            </a:xfrm>
            <a:custGeom>
              <a:avLst/>
              <a:gdLst/>
              <a:ahLst/>
              <a:cxnLst/>
              <a:rect l="l" t="t" r="r" b="b"/>
              <a:pathLst>
                <a:path w="46952564" h="17403305">
                  <a:moveTo>
                    <a:pt x="46828103" y="59690"/>
                  </a:moveTo>
                  <a:cubicBezTo>
                    <a:pt x="46863664" y="59690"/>
                    <a:pt x="46892871" y="88900"/>
                    <a:pt x="46892871" y="124460"/>
                  </a:cubicBezTo>
                  <a:lnTo>
                    <a:pt x="46892871" y="17278845"/>
                  </a:lnTo>
                  <a:cubicBezTo>
                    <a:pt x="46892871" y="17314405"/>
                    <a:pt x="46863664" y="17343614"/>
                    <a:pt x="46828103" y="17343614"/>
                  </a:cubicBezTo>
                  <a:lnTo>
                    <a:pt x="124460" y="17343614"/>
                  </a:lnTo>
                  <a:cubicBezTo>
                    <a:pt x="88900" y="17343614"/>
                    <a:pt x="59690" y="17314405"/>
                    <a:pt x="59690" y="172788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6828103" y="59690"/>
                  </a:lnTo>
                  <a:moveTo>
                    <a:pt x="468281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278845"/>
                  </a:lnTo>
                  <a:cubicBezTo>
                    <a:pt x="0" y="17347425"/>
                    <a:pt x="55880" y="17403305"/>
                    <a:pt x="124460" y="17403305"/>
                  </a:cubicBezTo>
                  <a:lnTo>
                    <a:pt x="46828103" y="17403305"/>
                  </a:lnTo>
                  <a:cubicBezTo>
                    <a:pt x="46896682" y="17403305"/>
                    <a:pt x="46952564" y="17347425"/>
                    <a:pt x="46952564" y="17278845"/>
                  </a:cubicBezTo>
                  <a:lnTo>
                    <a:pt x="46952564" y="124460"/>
                  </a:lnTo>
                  <a:cubicBezTo>
                    <a:pt x="46952564" y="55880"/>
                    <a:pt x="46896682" y="0"/>
                    <a:pt x="46828103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E57B72F0-CD1A-03E0-8F25-1342615A610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828AD59-4740-69C9-0681-3291438C3FB6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B2D8F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F9ACA2E-F488-8D6A-4813-009F4A667693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9E656D7B-295E-8FFD-5905-D35ED3E85458}"/>
              </a:ext>
            </a:extLst>
          </p:cNvPr>
          <p:cNvSpPr txBox="1"/>
          <p:nvPr/>
        </p:nvSpPr>
        <p:spPr>
          <a:xfrm>
            <a:off x="527160" y="852036"/>
            <a:ext cx="14789040" cy="1148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altLang="ko-KR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3. </a:t>
            </a:r>
            <a:r>
              <a:rPr lang="ko-KR" altLang="en-US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 규칙 만들기 </a:t>
            </a:r>
            <a:r>
              <a:rPr lang="en-US" altLang="ko-KR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</a:t>
            </a:r>
            <a:r>
              <a:rPr lang="ko-KR" altLang="en-US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차 투표</a:t>
            </a:r>
            <a:endParaRPr lang="en-US" sz="9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814F682-D4F5-4164-D03D-8A2BEAE80B11}"/>
              </a:ext>
            </a:extLst>
          </p:cNvPr>
          <p:cNvSpPr txBox="1">
            <a:spLocks/>
          </p:cNvSpPr>
          <p:nvPr/>
        </p:nvSpPr>
        <p:spPr>
          <a:xfrm>
            <a:off x="1303275" y="2537403"/>
            <a:ext cx="17348338" cy="7406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부반장은 모둠 진행자에게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1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차용 투표 스티커를 </a:t>
            </a:r>
            <a:r>
              <a:rPr lang="ko-KR" altLang="en-US" sz="50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나눠주시고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</a:t>
            </a:r>
            <a:b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 진행자는 </a:t>
            </a:r>
            <a:r>
              <a:rPr lang="ko-KR" altLang="en-US" sz="50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모둠원에게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1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인당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5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개의 투표 스티커를 나눠줍니다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5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모든 학생들은 쉬는 시간 동안 학급 게시판에 붙여진 내용 중에서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 학급 공동체를 위한 규칙에 필요한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1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인당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5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개의 문장을 선택합니다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b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(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단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자신이 속한 모둠 문장은 제외하고 선택해야 합니다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.)</a:t>
            </a:r>
            <a:b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endParaRPr lang="en-US" altLang="ko-KR" sz="5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투표하는 동안 </a:t>
            </a:r>
            <a:r>
              <a:rPr lang="ko-KR" altLang="en-US" sz="50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작성한 내용을 비판하지 않도록 주의해 주시기 바랍니다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B12CCB12-CEF0-D229-DABA-88488ECCABDB}"/>
              </a:ext>
            </a:extLst>
          </p:cNvPr>
          <p:cNvSpPr/>
          <p:nvPr/>
        </p:nvSpPr>
        <p:spPr>
          <a:xfrm>
            <a:off x="15962526" y="71137"/>
            <a:ext cx="1937290" cy="2021840"/>
          </a:xfrm>
          <a:custGeom>
            <a:avLst/>
            <a:gdLst/>
            <a:ahLst/>
            <a:cxnLst/>
            <a:rect l="l" t="t" r="r" b="b"/>
            <a:pathLst>
              <a:path w="1649459" h="1721447">
                <a:moveTo>
                  <a:pt x="0" y="0"/>
                </a:moveTo>
                <a:lnTo>
                  <a:pt x="1649459" y="0"/>
                </a:lnTo>
                <a:lnTo>
                  <a:pt x="1649459" y="1721447"/>
                </a:lnTo>
                <a:lnTo>
                  <a:pt x="0" y="1721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A909E8F-A1F0-D35A-A5EA-5E9666F6A65D}"/>
              </a:ext>
            </a:extLst>
          </p:cNvPr>
          <p:cNvGrpSpPr/>
          <p:nvPr/>
        </p:nvGrpSpPr>
        <p:grpSpPr>
          <a:xfrm>
            <a:off x="441176" y="2911856"/>
            <a:ext cx="850066" cy="850066"/>
            <a:chOff x="1595502" y="3504511"/>
            <a:chExt cx="850066" cy="850066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F9B91C59-924F-E040-06DF-715C9D07F647}"/>
                </a:ext>
              </a:extLst>
            </p:cNvPr>
            <p:cNvGrpSpPr/>
            <p:nvPr/>
          </p:nvGrpSpPr>
          <p:grpSpPr>
            <a:xfrm>
              <a:off x="1595502" y="3504511"/>
              <a:ext cx="850066" cy="850066"/>
              <a:chOff x="1595502" y="3607635"/>
              <a:chExt cx="850066" cy="850066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3E288C8A-B146-E4EA-D53C-CB945D9F9946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5DA1DF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D3165084-3638-C3DE-2FBB-39445B3D4AB8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5DA1DF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C4C2A9-1008-696B-FCBA-772604E99F14}"/>
                </a:ext>
              </a:extLst>
            </p:cNvPr>
            <p:cNvSpPr txBox="1"/>
            <p:nvPr/>
          </p:nvSpPr>
          <p:spPr>
            <a:xfrm>
              <a:off x="1735791" y="3580246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6579492-83C8-DFBE-8C19-4FAE350D29ED}"/>
              </a:ext>
            </a:extLst>
          </p:cNvPr>
          <p:cNvGrpSpPr/>
          <p:nvPr/>
        </p:nvGrpSpPr>
        <p:grpSpPr>
          <a:xfrm>
            <a:off x="441176" y="5780484"/>
            <a:ext cx="850066" cy="850066"/>
            <a:chOff x="6877140" y="3504511"/>
            <a:chExt cx="850066" cy="850066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427110C9-5C8A-1605-3239-FBB9BF59DA17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4A0A90CE-DDE9-4AD2-69FB-A0F7DBFF8F74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D71F5C41-D6D6-9652-F284-4F365737D10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F9BEA87-8CDC-8031-72BC-18D39CC27AB1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53F6AE8-868E-1562-CA35-3B9B4ECE44C6}"/>
              </a:ext>
            </a:extLst>
          </p:cNvPr>
          <p:cNvGrpSpPr/>
          <p:nvPr/>
        </p:nvGrpSpPr>
        <p:grpSpPr>
          <a:xfrm>
            <a:off x="441176" y="8649112"/>
            <a:ext cx="850066" cy="850066"/>
            <a:chOff x="12308749" y="3506093"/>
            <a:chExt cx="850066" cy="850066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40119707-1636-BB94-FD9D-DB713CBAF006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3135E2EF-B52D-A702-3E31-631BB0594920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73ABA7CC-F995-6329-6553-CE871008DA76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A78EFD0-63D7-1FEB-1E8A-7424D9FF1526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1085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2209891" y="8855637"/>
            <a:ext cx="2306993" cy="2362842"/>
          </a:xfrm>
          <a:custGeom>
            <a:avLst/>
            <a:gdLst/>
            <a:ahLst/>
            <a:cxnLst/>
            <a:rect l="l" t="t" r="r" b="b"/>
            <a:pathLst>
              <a:path w="2306993" h="2362842">
                <a:moveTo>
                  <a:pt x="0" y="0"/>
                </a:moveTo>
                <a:lnTo>
                  <a:pt x="2306993" y="0"/>
                </a:lnTo>
                <a:lnTo>
                  <a:pt x="2306993" y="2362841"/>
                </a:lnTo>
                <a:lnTo>
                  <a:pt x="0" y="2362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015BD48-F1DA-3E14-3F96-0BE42C9F9F96}"/>
              </a:ext>
            </a:extLst>
          </p:cNvPr>
          <p:cNvSpPr txBox="1"/>
          <p:nvPr/>
        </p:nvSpPr>
        <p:spPr>
          <a:xfrm>
            <a:off x="838201" y="3101303"/>
            <a:ext cx="12954000" cy="5182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전체 대상 </a:t>
            </a:r>
            <a:r>
              <a:rPr lang="ko-KR" altLang="en-US" sz="9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발표 전</a:t>
            </a:r>
            <a:endParaRPr lang="en-US" altLang="ko-KR" sz="9600" dirty="0">
              <a:solidFill>
                <a:schemeClr val="tx1">
                  <a:lumMod val="75000"/>
                  <a:lumOff val="25000"/>
                </a:schemeClr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>
              <a:lnSpc>
                <a:spcPct val="120000"/>
              </a:lnSpc>
            </a:pPr>
            <a:r>
              <a:rPr 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&lt;</a:t>
            </a:r>
            <a:r>
              <a:rPr lang="ko-KR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경청을 위한 </a:t>
            </a:r>
            <a:r>
              <a:rPr lang="ko-KR" altLang="en-US" sz="9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약속문</a:t>
            </a:r>
            <a:r>
              <a:rPr lang="en-US" altLang="ko-KR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&gt;</a:t>
            </a:r>
            <a:r>
              <a:rPr lang="ko-KR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을</a:t>
            </a:r>
            <a:endParaRPr lang="en-US" altLang="ko-KR" sz="9600" dirty="0">
              <a:solidFill>
                <a:schemeClr val="tx1">
                  <a:lumMod val="75000"/>
                  <a:lumOff val="25000"/>
                </a:schemeClr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모두 함께 읽겠습니다</a:t>
            </a:r>
            <a:r>
              <a:rPr lang="en-US" altLang="ko-KR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en-US" sz="9600" dirty="0">
              <a:solidFill>
                <a:schemeClr val="tx1">
                  <a:lumMod val="75000"/>
                  <a:lumOff val="25000"/>
                </a:schemeClr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EAA8CB83-5A6A-A3D2-8AA4-10CA5A3FC55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EF16371-6C22-3060-35F0-95BCEAE9F39A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C2DF9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AD10C96-DF86-345F-10CE-1FD5887BDBC8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3">
            <a:extLst>
              <a:ext uri="{FF2B5EF4-FFF2-40B4-BE49-F238E27FC236}">
                <a16:creationId xmlns:a16="http://schemas.microsoft.com/office/drawing/2014/main" id="{D2750EE9-8A8B-B9A8-92CB-7B1FEDF93D72}"/>
              </a:ext>
            </a:extLst>
          </p:cNvPr>
          <p:cNvSpPr txBox="1"/>
          <p:nvPr/>
        </p:nvSpPr>
        <p:spPr>
          <a:xfrm>
            <a:off x="571500" y="642877"/>
            <a:ext cx="17716500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altLang="ko-KR" sz="72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4. </a:t>
            </a:r>
            <a:r>
              <a:rPr lang="ko-KR" altLang="en-US" sz="7200" dirty="0" err="1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모둠별</a:t>
            </a:r>
            <a:r>
              <a:rPr lang="ko-KR" altLang="en-US" sz="72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학급 규칙 발표 및 질의 응답 시간</a:t>
            </a:r>
            <a:endParaRPr lang="en-US" sz="72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Freeform 2"/>
          <p:cNvSpPr/>
          <p:nvPr/>
        </p:nvSpPr>
        <p:spPr>
          <a:xfrm>
            <a:off x="15925800" y="1796307"/>
            <a:ext cx="2226812" cy="2125593"/>
          </a:xfrm>
          <a:custGeom>
            <a:avLst/>
            <a:gdLst/>
            <a:ahLst/>
            <a:cxnLst/>
            <a:rect l="l" t="t" r="r" b="b"/>
            <a:pathLst>
              <a:path w="2226812" h="2125593">
                <a:moveTo>
                  <a:pt x="0" y="0"/>
                </a:moveTo>
                <a:lnTo>
                  <a:pt x="2226811" y="0"/>
                </a:lnTo>
                <a:lnTo>
                  <a:pt x="2226811" y="2125593"/>
                </a:lnTo>
                <a:lnTo>
                  <a:pt x="0" y="2125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278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EAA8CB83-5A6A-A3D2-8AA4-10CA5A3FC558}"/>
              </a:ext>
            </a:extLst>
          </p:cNvPr>
          <p:cNvGrpSpPr/>
          <p:nvPr/>
        </p:nvGrpSpPr>
        <p:grpSpPr>
          <a:xfrm>
            <a:off x="533400" y="302433"/>
            <a:ext cx="16840200" cy="1545751"/>
            <a:chOff x="0" y="0"/>
            <a:chExt cx="47364712" cy="6091581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EF16371-6C22-3060-35F0-95BCEAE9F39A}"/>
                </a:ext>
              </a:extLst>
            </p:cNvPr>
            <p:cNvSpPr/>
            <p:nvPr/>
          </p:nvSpPr>
          <p:spPr>
            <a:xfrm>
              <a:off x="31751" y="31750"/>
              <a:ext cx="47301212" cy="6028080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C2DF9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AD10C96-DF86-345F-10CE-1FD5887BDBC8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3">
            <a:extLst>
              <a:ext uri="{FF2B5EF4-FFF2-40B4-BE49-F238E27FC236}">
                <a16:creationId xmlns:a16="http://schemas.microsoft.com/office/drawing/2014/main" id="{D2750EE9-8A8B-B9A8-92CB-7B1FEDF93D72}"/>
              </a:ext>
            </a:extLst>
          </p:cNvPr>
          <p:cNvSpPr txBox="1"/>
          <p:nvPr/>
        </p:nvSpPr>
        <p:spPr>
          <a:xfrm>
            <a:off x="1866900" y="642877"/>
            <a:ext cx="145542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ko-KR" altLang="en-US" sz="6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경청을 위한 </a:t>
            </a:r>
            <a:r>
              <a:rPr lang="ko-KR" altLang="en-US" sz="6600" dirty="0" err="1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약속문</a:t>
            </a:r>
            <a:endParaRPr lang="en-US" sz="6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Freeform 5"/>
          <p:cNvSpPr/>
          <p:nvPr/>
        </p:nvSpPr>
        <p:spPr>
          <a:xfrm rot="-818081">
            <a:off x="145638" y="-45569"/>
            <a:ext cx="1181626" cy="1376894"/>
          </a:xfrm>
          <a:custGeom>
            <a:avLst/>
            <a:gdLst/>
            <a:ahLst/>
            <a:cxnLst/>
            <a:rect l="l" t="t" r="r" b="b"/>
            <a:pathLst>
              <a:path w="1845033" h="2149932">
                <a:moveTo>
                  <a:pt x="0" y="0"/>
                </a:moveTo>
                <a:lnTo>
                  <a:pt x="1845032" y="0"/>
                </a:lnTo>
                <a:lnTo>
                  <a:pt x="1845032" y="2149932"/>
                </a:lnTo>
                <a:lnTo>
                  <a:pt x="0" y="214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0DA6C68-CE73-8901-D153-AA71F89C5A0F}"/>
              </a:ext>
            </a:extLst>
          </p:cNvPr>
          <p:cNvSpPr txBox="1">
            <a:spLocks/>
          </p:cNvSpPr>
          <p:nvPr/>
        </p:nvSpPr>
        <p:spPr>
          <a:xfrm>
            <a:off x="1499178" y="2520488"/>
            <a:ext cx="16817623" cy="701522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2700" indent="0" fontAlgn="base" latinLnBrk="1">
              <a:spcBef>
                <a:spcPts val="0"/>
              </a:spcBef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발표자에게 비언어적 요소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(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따뜻한 눈맞춤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고개 끄덕이기 등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)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로 주의 깊게 듣고 있음을</a:t>
            </a:r>
            <a:b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표현합니다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marR="12700" indent="0" fontAlgn="base" latinLnBrk="1">
              <a:spcBef>
                <a:spcPts val="0"/>
              </a:spcBef>
              <a:buNone/>
            </a:pPr>
            <a:endParaRPr lang="ko-KR" altLang="en-US" sz="2000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marR="12700" indent="0" fontAlgn="base" latinLnBrk="1">
              <a:lnSpc>
                <a:spcPct val="140000"/>
              </a:lnSpc>
              <a:spcBef>
                <a:spcPts val="0"/>
              </a:spcBef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나와 생각이 다르더라도 발표자를 존중하는 마음으로 끝까지 집중하여 듣습니다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marR="12700" indent="0" fontAlgn="base" latinLnBrk="1">
              <a:lnSpc>
                <a:spcPct val="140000"/>
              </a:lnSpc>
              <a:spcBef>
                <a:spcPts val="0"/>
              </a:spcBef>
              <a:buNone/>
            </a:pPr>
            <a:endParaRPr lang="ko-KR" altLang="en-US" sz="2000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marR="12700" indent="0" fontAlgn="base" latinLnBrk="1">
              <a:spcBef>
                <a:spcPts val="0"/>
              </a:spcBef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다양한 의견이 공동체를 건강하게 유지함을 알고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열린 마음으로 나와 다른 생각에도</a:t>
            </a:r>
            <a:endParaRPr lang="en-US" altLang="ko-KR" sz="4000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marR="12700" indent="0" fontAlgn="base" latinLnBrk="1">
              <a:spcBef>
                <a:spcPts val="0"/>
              </a:spcBef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소통하려고 노력합니다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marR="12700" indent="0" fontAlgn="base" latinLnBrk="1">
              <a:spcBef>
                <a:spcPts val="0"/>
              </a:spcBef>
              <a:buNone/>
            </a:pPr>
            <a:endParaRPr lang="ko-KR" altLang="en-US" sz="2000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 latinLnBrk="1">
              <a:lnSpc>
                <a:spcPct val="14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발표자에게 궁금한 점이나 추가 설명이 필요한 부분은 질의 응답시간을 활용합니다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12700" marR="12700" indent="0" fontAlgn="base" latinLnBrk="1">
              <a:lnSpc>
                <a:spcPct val="140000"/>
              </a:lnSpc>
              <a:spcBef>
                <a:spcPts val="0"/>
              </a:spcBef>
              <a:buFont typeface="Arial" pitchFamily="34" charset="0"/>
              <a:buNone/>
            </a:pPr>
            <a:endParaRPr lang="ko-KR" altLang="en-US" sz="2000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 latinLnBrk="1">
              <a:lnSpc>
                <a:spcPct val="14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발표자와 함께 청중 또한 발표의 주인공임을 알고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적극적인 자세로 경청합니다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lnSpc>
                <a:spcPct val="140000"/>
              </a:lnSpc>
              <a:spcBef>
                <a:spcPts val="0"/>
              </a:spcBef>
              <a:buFont typeface="Arial" pitchFamily="34" charset="0"/>
              <a:buNone/>
            </a:pPr>
            <a:endParaRPr lang="en-US" altLang="ko-KR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72DF81F-A769-7620-E0D1-5B583DE0B456}"/>
              </a:ext>
            </a:extLst>
          </p:cNvPr>
          <p:cNvGrpSpPr/>
          <p:nvPr/>
        </p:nvGrpSpPr>
        <p:grpSpPr>
          <a:xfrm>
            <a:off x="544689" y="2600789"/>
            <a:ext cx="850066" cy="850066"/>
            <a:chOff x="6877140" y="3504511"/>
            <a:chExt cx="850066" cy="850066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587415EC-0EFA-8A4D-4DC5-33B0A782C8F8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267EC380-F855-7870-892A-DA97BAC9C136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3A70DF69-85DD-A4CF-36A1-DB2ACCA41C3A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3F511D8-7EA5-0C12-B447-DB9AA0AC1D0B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EF1AC83-C564-F882-5565-A35C068D9C1F}"/>
              </a:ext>
            </a:extLst>
          </p:cNvPr>
          <p:cNvGrpSpPr/>
          <p:nvPr/>
        </p:nvGrpSpPr>
        <p:grpSpPr>
          <a:xfrm>
            <a:off x="544689" y="4110779"/>
            <a:ext cx="850066" cy="850066"/>
            <a:chOff x="12308749" y="3506093"/>
            <a:chExt cx="850066" cy="850066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911876D7-E7F4-E729-1BA7-3C6C73E85DA5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8BB68DA1-CDCE-BDB2-2019-D85018B85443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30AAF620-2BDA-3BCC-0319-2D195B2ADF0F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2ED9AF5-951E-76E7-132F-2F9730371547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5CC849A-EC6C-00A5-E366-2B21653E3508}"/>
              </a:ext>
            </a:extLst>
          </p:cNvPr>
          <p:cNvGrpSpPr/>
          <p:nvPr/>
        </p:nvGrpSpPr>
        <p:grpSpPr>
          <a:xfrm>
            <a:off x="544689" y="5557096"/>
            <a:ext cx="850066" cy="850066"/>
            <a:chOff x="12308749" y="3506093"/>
            <a:chExt cx="850066" cy="850066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8AA6D59-14BF-EAF5-E762-F52953752B9B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FCBD37D8-9994-40AE-9A69-34E3234E3568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FD42E7AE-BCAE-5F50-DD9A-4381839AB7B1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6949EFA-839F-6BF5-FFF2-E25170068E1C}"/>
                </a:ext>
              </a:extLst>
            </p:cNvPr>
            <p:cNvSpPr txBox="1"/>
            <p:nvPr/>
          </p:nvSpPr>
          <p:spPr>
            <a:xfrm>
              <a:off x="12464713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90A4DCB-2778-5F9F-49EE-ED35DC115BA4}"/>
              </a:ext>
            </a:extLst>
          </p:cNvPr>
          <p:cNvGrpSpPr/>
          <p:nvPr/>
        </p:nvGrpSpPr>
        <p:grpSpPr>
          <a:xfrm>
            <a:off x="544689" y="6957732"/>
            <a:ext cx="850066" cy="850066"/>
            <a:chOff x="12308749" y="3506093"/>
            <a:chExt cx="850066" cy="850066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53DD43A8-E8F3-BE3C-F829-85F1499D837B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705D898D-0F4D-C09C-B091-968836270600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B2D8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ECF20177-05A6-FE52-F213-AA347FA90917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FEABB3E-2D7B-5F53-E7EF-DDB596F962FA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B2D8FA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B2D8FA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72155F0-816F-9804-11EB-7D67D00AEB98}"/>
              </a:ext>
            </a:extLst>
          </p:cNvPr>
          <p:cNvGrpSpPr/>
          <p:nvPr/>
        </p:nvGrpSpPr>
        <p:grpSpPr>
          <a:xfrm>
            <a:off x="544689" y="8267700"/>
            <a:ext cx="850066" cy="850066"/>
            <a:chOff x="12308749" y="3506093"/>
            <a:chExt cx="850066" cy="850066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A008FEEA-3AAF-24B2-99E4-62D41005C816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1B8D4354-8B3D-09A6-B844-81D3C3C5E8B2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827A7AE7-C18D-F493-CFA8-9CAE0F045AD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FBA2EB6-08AD-1642-8B8B-8F33864E21E7}"/>
                </a:ext>
              </a:extLst>
            </p:cNvPr>
            <p:cNvSpPr txBox="1"/>
            <p:nvPr/>
          </p:nvSpPr>
          <p:spPr>
            <a:xfrm>
              <a:off x="12466721" y="3576935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5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2871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EAA8CB83-5A6A-A3D2-8AA4-10CA5A3FC55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EF16371-6C22-3060-35F0-95BCEAE9F39A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C2DF9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AD10C96-DF86-345F-10CE-1FD5887BDBC8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3">
            <a:extLst>
              <a:ext uri="{FF2B5EF4-FFF2-40B4-BE49-F238E27FC236}">
                <a16:creationId xmlns:a16="http://schemas.microsoft.com/office/drawing/2014/main" id="{D2750EE9-8A8B-B9A8-92CB-7B1FEDF93D72}"/>
              </a:ext>
            </a:extLst>
          </p:cNvPr>
          <p:cNvSpPr txBox="1"/>
          <p:nvPr/>
        </p:nvSpPr>
        <p:spPr>
          <a:xfrm>
            <a:off x="571500" y="642877"/>
            <a:ext cx="17716500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altLang="ko-KR" sz="72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4. </a:t>
            </a:r>
            <a:r>
              <a:rPr lang="ko-KR" altLang="en-US" sz="7200" dirty="0" err="1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모둠별</a:t>
            </a:r>
            <a:r>
              <a:rPr lang="ko-KR" altLang="en-US" sz="72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학급 규칙 발표 및 질의 응답 시간</a:t>
            </a:r>
            <a:endParaRPr lang="en-US" sz="72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085055-2178-F6B3-55A7-AF09D5E8FB36}"/>
              </a:ext>
            </a:extLst>
          </p:cNvPr>
          <p:cNvSpPr txBox="1">
            <a:spLocks/>
          </p:cNvSpPr>
          <p:nvPr/>
        </p:nvSpPr>
        <p:spPr>
          <a:xfrm>
            <a:off x="1028846" y="2581599"/>
            <a:ext cx="17481203" cy="654144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발표자는 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3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분 이내로 모둠에서 선정한 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“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학급 공동체를 위해 필요한 내용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”</a:t>
            </a:r>
            <a:b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을 발표해 주십시오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endParaRPr lang="en-US" altLang="ko-KR" sz="3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잘 들었습니다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전체 모둠 발표가 끝난 후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 </a:t>
            </a:r>
            <a:r>
              <a:rPr lang="ko-KR" altLang="en-US" sz="4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발표에 대한 질의 응답 시간을</a:t>
            </a:r>
            <a:b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갖겠습니다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발표 내용을 들으면서 질의할 내용을 메모해 두시기 바랍니다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endParaRPr lang="en-US" altLang="ko-KR" sz="3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2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조 발표 듣겠습니다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  /  3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조 발표 듣겠습니다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  /  4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조 발표 듣겠습니다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12700" marR="12700" indent="0" fontAlgn="base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</a:pPr>
            <a:endParaRPr lang="en-US" altLang="ko-KR" sz="3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발표자 모두 수고 많으셨습니다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 </a:t>
            </a:r>
            <a:r>
              <a:rPr lang="ko-KR" altLang="en-US" sz="4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발표자는 앞으로 </a:t>
            </a:r>
            <a:r>
              <a:rPr lang="ko-KR" altLang="en-US" sz="44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나와주시고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</a:p>
          <a:p>
            <a:pPr marL="12700" marR="12700" indent="0" fontAlgn="base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지금부터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질의 응답 시간을 갖도록 하겠습니다</a:t>
            </a:r>
            <a:r>
              <a:rPr lang="en-US" altLang="ko-KR" sz="44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</p:txBody>
      </p:sp>
      <p:sp>
        <p:nvSpPr>
          <p:cNvPr id="4" name="Freeform 22">
            <a:extLst>
              <a:ext uri="{FF2B5EF4-FFF2-40B4-BE49-F238E27FC236}">
                <a16:creationId xmlns:a16="http://schemas.microsoft.com/office/drawing/2014/main" id="{B4EBCEDB-C535-224E-F77F-DA5A986F704B}"/>
              </a:ext>
            </a:extLst>
          </p:cNvPr>
          <p:cNvSpPr/>
          <p:nvPr/>
        </p:nvSpPr>
        <p:spPr>
          <a:xfrm>
            <a:off x="16764000" y="8267700"/>
            <a:ext cx="1676400" cy="2144232"/>
          </a:xfrm>
          <a:custGeom>
            <a:avLst/>
            <a:gdLst/>
            <a:ahLst/>
            <a:cxnLst/>
            <a:rect l="l" t="t" r="r" b="b"/>
            <a:pathLst>
              <a:path w="1654438" h="2116141">
                <a:moveTo>
                  <a:pt x="0" y="0"/>
                </a:moveTo>
                <a:lnTo>
                  <a:pt x="1654438" y="0"/>
                </a:lnTo>
                <a:lnTo>
                  <a:pt x="1654438" y="2116141"/>
                </a:lnTo>
                <a:lnTo>
                  <a:pt x="0" y="211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4762D38-1B34-739D-9D26-332046896116}"/>
              </a:ext>
            </a:extLst>
          </p:cNvPr>
          <p:cNvGrpSpPr/>
          <p:nvPr/>
        </p:nvGrpSpPr>
        <p:grpSpPr>
          <a:xfrm>
            <a:off x="228600" y="2881121"/>
            <a:ext cx="850066" cy="850066"/>
            <a:chOff x="6877140" y="3504511"/>
            <a:chExt cx="850066" cy="850066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3E750E0-B94E-728F-1C90-F4CDC556BCC4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802A55-280F-799A-27FB-98D9C69A1BAD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AE93D5E7-64E1-D4BD-A773-4848D6B5C17C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D230DCF-16B3-B381-ED55-F06D75E92ABC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D1018E0-149B-0402-0D27-A19467463F0D}"/>
              </a:ext>
            </a:extLst>
          </p:cNvPr>
          <p:cNvGrpSpPr/>
          <p:nvPr/>
        </p:nvGrpSpPr>
        <p:grpSpPr>
          <a:xfrm>
            <a:off x="228600" y="4625942"/>
            <a:ext cx="850066" cy="850066"/>
            <a:chOff x="12308749" y="3506093"/>
            <a:chExt cx="850066" cy="850066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AE082DF-4990-9484-FCC5-45E8D9E9A527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C83C9CFA-32B1-DDFC-AB00-A0B4FE9A6705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138E1ED8-B642-D4B8-0560-0A1A4EFF6A8E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B08C89-03AE-1D68-EA80-EE05EA106FF8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6166B6C-7D47-B41C-9808-40AF4E72C348}"/>
              </a:ext>
            </a:extLst>
          </p:cNvPr>
          <p:cNvGrpSpPr/>
          <p:nvPr/>
        </p:nvGrpSpPr>
        <p:grpSpPr>
          <a:xfrm>
            <a:off x="228600" y="6197292"/>
            <a:ext cx="850066" cy="850066"/>
            <a:chOff x="12308749" y="3506093"/>
            <a:chExt cx="850066" cy="850066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115BB21E-0BBD-0CE8-A828-F8DF07E8575E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9409B411-6DE6-36EF-D718-13F8908062DE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6D50523-4886-2C23-190F-BF9110677F4E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0C3B00C-8C59-3FAC-E461-6BED0B309F13}"/>
                </a:ext>
              </a:extLst>
            </p:cNvPr>
            <p:cNvSpPr txBox="1"/>
            <p:nvPr/>
          </p:nvSpPr>
          <p:spPr>
            <a:xfrm>
              <a:off x="12464713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AAC6661-3E3B-8097-2E95-556F3AD00C67}"/>
              </a:ext>
            </a:extLst>
          </p:cNvPr>
          <p:cNvGrpSpPr/>
          <p:nvPr/>
        </p:nvGrpSpPr>
        <p:grpSpPr>
          <a:xfrm>
            <a:off x="228600" y="7892505"/>
            <a:ext cx="850066" cy="850066"/>
            <a:chOff x="12308749" y="3506093"/>
            <a:chExt cx="850066" cy="850066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DC0311E-CB45-179B-4978-4B012B9FE249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FC112526-AD59-E7AB-56FF-9B0D99DF6B79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B2D8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EDD33984-1B4C-3DA3-98F3-D700590C144F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9782B39-2173-BACC-E9AE-97E6727DA4DD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B2D8FA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B2D8FA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520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4954" y="801281"/>
            <a:ext cx="9510184" cy="158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ko-KR" altLang="en-US" sz="12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질의 응답 시간</a:t>
            </a:r>
            <a:endParaRPr lang="en-US" sz="120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1483143" y="2783602"/>
            <a:ext cx="5202180" cy="4719796"/>
          </a:xfrm>
          <a:custGeom>
            <a:avLst/>
            <a:gdLst/>
            <a:ahLst/>
            <a:cxnLst/>
            <a:rect l="l" t="t" r="r" b="b"/>
            <a:pathLst>
              <a:path w="5202180" h="4719796">
                <a:moveTo>
                  <a:pt x="0" y="0"/>
                </a:moveTo>
                <a:lnTo>
                  <a:pt x="5202180" y="0"/>
                </a:lnTo>
                <a:lnTo>
                  <a:pt x="5202180" y="4719796"/>
                </a:lnTo>
                <a:lnTo>
                  <a:pt x="0" y="471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 rot="1904080">
            <a:off x="10451740" y="7688328"/>
            <a:ext cx="2712990" cy="1282505"/>
          </a:xfrm>
          <a:custGeom>
            <a:avLst/>
            <a:gdLst/>
            <a:ahLst/>
            <a:cxnLst/>
            <a:rect l="l" t="t" r="r" b="b"/>
            <a:pathLst>
              <a:path w="2712990" h="1282505">
                <a:moveTo>
                  <a:pt x="0" y="0"/>
                </a:moveTo>
                <a:lnTo>
                  <a:pt x="2712990" y="0"/>
                </a:lnTo>
                <a:lnTo>
                  <a:pt x="2712990" y="1282504"/>
                </a:lnTo>
                <a:lnTo>
                  <a:pt x="0" y="1282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5369455" y="-1181039"/>
            <a:ext cx="4030596" cy="3964641"/>
          </a:xfrm>
          <a:custGeom>
            <a:avLst/>
            <a:gdLst/>
            <a:ahLst/>
            <a:cxnLst/>
            <a:rect l="l" t="t" r="r" b="b"/>
            <a:pathLst>
              <a:path w="4030596" h="3964641">
                <a:moveTo>
                  <a:pt x="0" y="0"/>
                </a:moveTo>
                <a:lnTo>
                  <a:pt x="4030596" y="0"/>
                </a:lnTo>
                <a:lnTo>
                  <a:pt x="4030596" y="3964641"/>
                </a:lnTo>
                <a:lnTo>
                  <a:pt x="0" y="39646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64524D7C-1F57-8A60-97A5-10CD13C7EED7}"/>
              </a:ext>
            </a:extLst>
          </p:cNvPr>
          <p:cNvSpPr txBox="1"/>
          <p:nvPr/>
        </p:nvSpPr>
        <p:spPr>
          <a:xfrm>
            <a:off x="919583" y="3790736"/>
            <a:ext cx="9405555" cy="3410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질문자와 발표자</a:t>
            </a:r>
            <a:endParaRPr lang="en-US" altLang="ko-KR" sz="9600" dirty="0">
              <a:solidFill>
                <a:schemeClr val="tx1">
                  <a:lumMod val="75000"/>
                  <a:lumOff val="25000"/>
                </a:schemeClr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모두 감사드립니다</a:t>
            </a:r>
            <a:r>
              <a:rPr lang="en-US" altLang="ko-KR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en-US" sz="9600" dirty="0">
              <a:solidFill>
                <a:schemeClr val="tx1">
                  <a:lumMod val="75000"/>
                  <a:lumOff val="25000"/>
                </a:schemeClr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A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8600" y="2287383"/>
            <a:ext cx="17794322" cy="7853415"/>
            <a:chOff x="0" y="0"/>
            <a:chExt cx="46952564" cy="17403305"/>
          </a:xfrm>
        </p:grpSpPr>
        <p:sp>
          <p:nvSpPr>
            <p:cNvPr id="4" name="Freeform 4"/>
            <p:cNvSpPr/>
            <p:nvPr/>
          </p:nvSpPr>
          <p:spPr>
            <a:xfrm>
              <a:off x="31751" y="31751"/>
              <a:ext cx="46889063" cy="17339805"/>
            </a:xfrm>
            <a:custGeom>
              <a:avLst/>
              <a:gdLst/>
              <a:ahLst/>
              <a:cxnLst/>
              <a:rect l="l" t="t" r="r" b="b"/>
              <a:pathLst>
                <a:path w="46889064" h="17339804">
                  <a:moveTo>
                    <a:pt x="46796353" y="17339804"/>
                  </a:moveTo>
                  <a:lnTo>
                    <a:pt x="92710" y="17339804"/>
                  </a:lnTo>
                  <a:cubicBezTo>
                    <a:pt x="41910" y="17339804"/>
                    <a:pt x="0" y="17297895"/>
                    <a:pt x="0" y="172470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6795082" y="0"/>
                  </a:lnTo>
                  <a:cubicBezTo>
                    <a:pt x="46845882" y="0"/>
                    <a:pt x="46887792" y="41910"/>
                    <a:pt x="46887792" y="92710"/>
                  </a:cubicBezTo>
                  <a:lnTo>
                    <a:pt x="46887792" y="17245825"/>
                  </a:lnTo>
                  <a:cubicBezTo>
                    <a:pt x="46889064" y="17297895"/>
                    <a:pt x="46847153" y="17339804"/>
                    <a:pt x="46796353" y="17339804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6952564" cy="17403305"/>
            </a:xfrm>
            <a:custGeom>
              <a:avLst/>
              <a:gdLst/>
              <a:ahLst/>
              <a:cxnLst/>
              <a:rect l="l" t="t" r="r" b="b"/>
              <a:pathLst>
                <a:path w="46952564" h="17403305">
                  <a:moveTo>
                    <a:pt x="46828103" y="59690"/>
                  </a:moveTo>
                  <a:cubicBezTo>
                    <a:pt x="46863664" y="59690"/>
                    <a:pt x="46892871" y="88900"/>
                    <a:pt x="46892871" y="124460"/>
                  </a:cubicBezTo>
                  <a:lnTo>
                    <a:pt x="46892871" y="17278845"/>
                  </a:lnTo>
                  <a:cubicBezTo>
                    <a:pt x="46892871" y="17314405"/>
                    <a:pt x="46863664" y="17343614"/>
                    <a:pt x="46828103" y="17343614"/>
                  </a:cubicBezTo>
                  <a:lnTo>
                    <a:pt x="124460" y="17343614"/>
                  </a:lnTo>
                  <a:cubicBezTo>
                    <a:pt x="88900" y="17343614"/>
                    <a:pt x="59690" y="17314405"/>
                    <a:pt x="59690" y="172788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6828103" y="59690"/>
                  </a:lnTo>
                  <a:moveTo>
                    <a:pt x="468281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278845"/>
                  </a:lnTo>
                  <a:cubicBezTo>
                    <a:pt x="0" y="17347425"/>
                    <a:pt x="55880" y="17403305"/>
                    <a:pt x="124460" y="17403305"/>
                  </a:cubicBezTo>
                  <a:lnTo>
                    <a:pt x="46828103" y="17403305"/>
                  </a:lnTo>
                  <a:cubicBezTo>
                    <a:pt x="46896682" y="17403305"/>
                    <a:pt x="46952564" y="17347425"/>
                    <a:pt x="46952564" y="17278845"/>
                  </a:cubicBezTo>
                  <a:lnTo>
                    <a:pt x="46952564" y="124460"/>
                  </a:lnTo>
                  <a:cubicBezTo>
                    <a:pt x="46952564" y="55880"/>
                    <a:pt x="46896682" y="0"/>
                    <a:pt x="46828103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E57B72F0-CD1A-03E0-8F25-1342615A6108}"/>
              </a:ext>
            </a:extLst>
          </p:cNvPr>
          <p:cNvGrpSpPr/>
          <p:nvPr/>
        </p:nvGrpSpPr>
        <p:grpSpPr>
          <a:xfrm>
            <a:off x="228600" y="135872"/>
            <a:ext cx="17830800" cy="1981714"/>
            <a:chOff x="0" y="0"/>
            <a:chExt cx="47364712" cy="6091581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828AD59-4740-69C9-0681-3291438C3FB6}"/>
                </a:ext>
              </a:extLst>
            </p:cNvPr>
            <p:cNvSpPr/>
            <p:nvPr/>
          </p:nvSpPr>
          <p:spPr>
            <a:xfrm>
              <a:off x="31750" y="31750"/>
              <a:ext cx="47301212" cy="6028081"/>
            </a:xfrm>
            <a:custGeom>
              <a:avLst/>
              <a:gdLst/>
              <a:ahLst/>
              <a:cxnLst/>
              <a:rect l="l" t="t" r="r" b="b"/>
              <a:pathLst>
                <a:path w="47301212" h="6028081">
                  <a:moveTo>
                    <a:pt x="47208501" y="6028081"/>
                  </a:moveTo>
                  <a:lnTo>
                    <a:pt x="92710" y="6028081"/>
                  </a:lnTo>
                  <a:cubicBezTo>
                    <a:pt x="41910" y="6028081"/>
                    <a:pt x="0" y="5986171"/>
                    <a:pt x="0" y="593537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7207233" y="0"/>
                  </a:lnTo>
                  <a:cubicBezTo>
                    <a:pt x="47258033" y="0"/>
                    <a:pt x="47299941" y="41910"/>
                    <a:pt x="47299941" y="92710"/>
                  </a:cubicBezTo>
                  <a:lnTo>
                    <a:pt x="47299941" y="5934101"/>
                  </a:lnTo>
                  <a:cubicBezTo>
                    <a:pt x="47301212" y="5986171"/>
                    <a:pt x="47259301" y="6028081"/>
                    <a:pt x="47208501" y="6028081"/>
                  </a:cubicBezTo>
                  <a:close/>
                </a:path>
              </a:pathLst>
            </a:custGeom>
            <a:solidFill>
              <a:srgbClr val="B2D8F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F9ACA2E-F488-8D6A-4813-009F4A667693}"/>
                </a:ext>
              </a:extLst>
            </p:cNvPr>
            <p:cNvSpPr/>
            <p:nvPr/>
          </p:nvSpPr>
          <p:spPr>
            <a:xfrm>
              <a:off x="0" y="0"/>
              <a:ext cx="47364712" cy="6091581"/>
            </a:xfrm>
            <a:custGeom>
              <a:avLst/>
              <a:gdLst/>
              <a:ahLst/>
              <a:cxnLst/>
              <a:rect l="l" t="t" r="r" b="b"/>
              <a:pathLst>
                <a:path w="47364712" h="6091581">
                  <a:moveTo>
                    <a:pt x="47240251" y="59690"/>
                  </a:moveTo>
                  <a:cubicBezTo>
                    <a:pt x="47275812" y="59690"/>
                    <a:pt x="47305023" y="88900"/>
                    <a:pt x="47305023" y="124460"/>
                  </a:cubicBezTo>
                  <a:lnTo>
                    <a:pt x="47305023" y="5967121"/>
                  </a:lnTo>
                  <a:cubicBezTo>
                    <a:pt x="47305023" y="6002681"/>
                    <a:pt x="47275812" y="6031891"/>
                    <a:pt x="47240251" y="6031891"/>
                  </a:cubicBezTo>
                  <a:lnTo>
                    <a:pt x="124460" y="6031891"/>
                  </a:lnTo>
                  <a:cubicBezTo>
                    <a:pt x="88900" y="6031891"/>
                    <a:pt x="59690" y="6002681"/>
                    <a:pt x="59690" y="596712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240251" y="59690"/>
                  </a:lnTo>
                  <a:moveTo>
                    <a:pt x="472402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67121"/>
                  </a:lnTo>
                  <a:cubicBezTo>
                    <a:pt x="0" y="6035701"/>
                    <a:pt x="55880" y="6091581"/>
                    <a:pt x="124460" y="6091581"/>
                  </a:cubicBezTo>
                  <a:lnTo>
                    <a:pt x="47240251" y="6091581"/>
                  </a:lnTo>
                  <a:cubicBezTo>
                    <a:pt x="47308833" y="6091581"/>
                    <a:pt x="47364712" y="6035701"/>
                    <a:pt x="47364712" y="5967121"/>
                  </a:cubicBezTo>
                  <a:lnTo>
                    <a:pt x="47364712" y="124460"/>
                  </a:lnTo>
                  <a:cubicBezTo>
                    <a:pt x="47364712" y="55880"/>
                    <a:pt x="47308833" y="0"/>
                    <a:pt x="47240251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9E656D7B-295E-8FFD-5905-D35ED3E85458}"/>
              </a:ext>
            </a:extLst>
          </p:cNvPr>
          <p:cNvSpPr txBox="1"/>
          <p:nvPr/>
        </p:nvSpPr>
        <p:spPr>
          <a:xfrm>
            <a:off x="748212" y="739481"/>
            <a:ext cx="13650761" cy="1148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ko-KR" altLang="en-US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학급 규칙 만들기 </a:t>
            </a:r>
            <a:r>
              <a:rPr lang="en-US" altLang="ko-KR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</a:t>
            </a:r>
            <a:r>
              <a:rPr lang="ko-KR" altLang="en-US" sz="96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차 투표</a:t>
            </a:r>
            <a:endParaRPr lang="en-US" sz="96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814F682-D4F5-4164-D03D-8A2BEAE80B11}"/>
              </a:ext>
            </a:extLst>
          </p:cNvPr>
          <p:cNvSpPr txBox="1">
            <a:spLocks/>
          </p:cNvSpPr>
          <p:nvPr/>
        </p:nvSpPr>
        <p:spPr>
          <a:xfrm>
            <a:off x="1195350" y="2537403"/>
            <a:ext cx="17348338" cy="78247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부반장은 모둠 진행자에게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2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차용 투표 스티커를 </a:t>
            </a:r>
            <a:r>
              <a:rPr lang="ko-KR" altLang="en-US" sz="50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나눠주시고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</a:t>
            </a:r>
            <a:b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 진행자는 </a:t>
            </a:r>
            <a:r>
              <a:rPr lang="ko-KR" altLang="en-US" sz="5000" dirty="0" err="1">
                <a:latin typeface="Cafe24 Dongdong" panose="03000600000000000000" pitchFamily="66" charset="-127"/>
                <a:ea typeface="Cafe24 Dongdong" panose="03000600000000000000" pitchFamily="66" charset="-127"/>
              </a:rPr>
              <a:t>모둠원에게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1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인당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5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개의 투표 스티커를 나눠줍니다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0" indent="0">
              <a:buNone/>
            </a:pPr>
            <a:endParaRPr lang="en-US" altLang="ko-KR" sz="5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모든 학생들은 학급 게시판에 붙여진 내용 중에서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 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우리 학급 공동체를 위한 규칙으로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1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인당 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5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개의 문장을 다시 선택합니다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b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(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단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이번에도 자신이 속한 모둠 문장은 제외하고 선택해야 합니다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.)</a:t>
            </a:r>
            <a:b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endParaRPr lang="en-US" altLang="ko-KR" sz="5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0" indent="0">
              <a:buNone/>
            </a:pP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2</a:t>
            </a: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차 투표는 학급 규칙 확정을 위한 마지막 투표이므로 신중하게 선택해</a:t>
            </a:r>
            <a:b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주시기 바랍니다</a:t>
            </a:r>
            <a:r>
              <a:rPr lang="en-US" altLang="ko-KR" sz="5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</p:txBody>
      </p:sp>
      <p:sp>
        <p:nvSpPr>
          <p:cNvPr id="10" name="Freeform 20">
            <a:extLst>
              <a:ext uri="{FF2B5EF4-FFF2-40B4-BE49-F238E27FC236}">
                <a16:creationId xmlns:a16="http://schemas.microsoft.com/office/drawing/2014/main" id="{F6D9FD24-A208-E04B-F850-E3CD115667F6}"/>
              </a:ext>
            </a:extLst>
          </p:cNvPr>
          <p:cNvSpPr/>
          <p:nvPr/>
        </p:nvSpPr>
        <p:spPr>
          <a:xfrm>
            <a:off x="14931362" y="179579"/>
            <a:ext cx="2338119" cy="2541434"/>
          </a:xfrm>
          <a:custGeom>
            <a:avLst/>
            <a:gdLst/>
            <a:ahLst/>
            <a:cxnLst/>
            <a:rect l="l" t="t" r="r" b="b"/>
            <a:pathLst>
              <a:path w="1558568" h="1694096">
                <a:moveTo>
                  <a:pt x="0" y="0"/>
                </a:moveTo>
                <a:lnTo>
                  <a:pt x="1558568" y="0"/>
                </a:lnTo>
                <a:lnTo>
                  <a:pt x="1558568" y="1694095"/>
                </a:lnTo>
                <a:lnTo>
                  <a:pt x="0" y="169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A8BF033-B742-ECD5-D1F0-95E53605D650}"/>
              </a:ext>
            </a:extLst>
          </p:cNvPr>
          <p:cNvGrpSpPr/>
          <p:nvPr/>
        </p:nvGrpSpPr>
        <p:grpSpPr>
          <a:xfrm>
            <a:off x="323179" y="2756417"/>
            <a:ext cx="850066" cy="850066"/>
            <a:chOff x="6877140" y="3504511"/>
            <a:chExt cx="850066" cy="850066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C517723B-03C0-E730-89A8-4DFC85D9CDB6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C2E504E3-C811-5CE5-6D16-57EA702B7E49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B00C9069-FD0C-EF71-1DF0-DA80ECAD6FA8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FE3EEA5-27A2-EE8D-4699-154BF019ABC8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0CA01D0-7C79-96E3-0E21-CEE0AC69DF43}"/>
              </a:ext>
            </a:extLst>
          </p:cNvPr>
          <p:cNvGrpSpPr/>
          <p:nvPr/>
        </p:nvGrpSpPr>
        <p:grpSpPr>
          <a:xfrm>
            <a:off x="323179" y="5830452"/>
            <a:ext cx="850066" cy="850066"/>
            <a:chOff x="12308749" y="3506093"/>
            <a:chExt cx="850066" cy="850066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E0BE242B-2E57-ACF6-53AF-C9F539314BB5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6EEFBBCF-43B7-DBE7-3451-A4F69EF62A21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CEB29163-5922-3A1E-3F28-3C7231CD6C36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5851DAE-6525-1610-BB65-4DDFBB98D480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CB1B499-2C80-A236-5AC8-F765BD979BCB}"/>
              </a:ext>
            </a:extLst>
          </p:cNvPr>
          <p:cNvGrpSpPr/>
          <p:nvPr/>
        </p:nvGrpSpPr>
        <p:grpSpPr>
          <a:xfrm>
            <a:off x="323179" y="8697453"/>
            <a:ext cx="850066" cy="850066"/>
            <a:chOff x="12308749" y="3506093"/>
            <a:chExt cx="850066" cy="850066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F6BE51CC-4327-576E-B645-ECDD137390CB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225C6D19-6AA0-BFE4-C071-FAE4A5265477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93922CF9-52A4-0F47-EFED-9DD324C7C88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4C8E7E-5638-D344-FF86-E8CEA552719B}"/>
                </a:ext>
              </a:extLst>
            </p:cNvPr>
            <p:cNvSpPr txBox="1"/>
            <p:nvPr/>
          </p:nvSpPr>
          <p:spPr>
            <a:xfrm>
              <a:off x="12464713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748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4800" y="342900"/>
            <a:ext cx="17449800" cy="1843683"/>
            <a:chOff x="0" y="0"/>
            <a:chExt cx="49891173" cy="4146097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49827672" cy="4082597"/>
            </a:xfrm>
            <a:custGeom>
              <a:avLst/>
              <a:gdLst/>
              <a:ahLst/>
              <a:cxnLst/>
              <a:rect l="l" t="t" r="r" b="b"/>
              <a:pathLst>
                <a:path w="49827672" h="4082597">
                  <a:moveTo>
                    <a:pt x="49734964" y="4082597"/>
                  </a:moveTo>
                  <a:lnTo>
                    <a:pt x="92710" y="4082597"/>
                  </a:lnTo>
                  <a:cubicBezTo>
                    <a:pt x="41910" y="4082597"/>
                    <a:pt x="0" y="4040687"/>
                    <a:pt x="0" y="398988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9733693" y="0"/>
                  </a:lnTo>
                  <a:cubicBezTo>
                    <a:pt x="49784493" y="0"/>
                    <a:pt x="49826404" y="41910"/>
                    <a:pt x="49826404" y="92710"/>
                  </a:cubicBezTo>
                  <a:lnTo>
                    <a:pt x="49826404" y="3988617"/>
                  </a:lnTo>
                  <a:cubicBezTo>
                    <a:pt x="49827672" y="4040687"/>
                    <a:pt x="49785764" y="4082597"/>
                    <a:pt x="49734964" y="4082597"/>
                  </a:cubicBezTo>
                  <a:close/>
                </a:path>
              </a:pathLst>
            </a:custGeom>
            <a:solidFill>
              <a:srgbClr val="F5F5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49891172" cy="4146097"/>
            </a:xfrm>
            <a:custGeom>
              <a:avLst/>
              <a:gdLst/>
              <a:ahLst/>
              <a:cxnLst/>
              <a:rect l="l" t="t" r="r" b="b"/>
              <a:pathLst>
                <a:path w="49891172" h="4146097">
                  <a:moveTo>
                    <a:pt x="49766714" y="59690"/>
                  </a:moveTo>
                  <a:cubicBezTo>
                    <a:pt x="49802272" y="59690"/>
                    <a:pt x="49831482" y="88900"/>
                    <a:pt x="49831482" y="124460"/>
                  </a:cubicBezTo>
                  <a:lnTo>
                    <a:pt x="49831482" y="4021637"/>
                  </a:lnTo>
                  <a:cubicBezTo>
                    <a:pt x="49831482" y="4057197"/>
                    <a:pt x="49802272" y="4086407"/>
                    <a:pt x="49766714" y="4086407"/>
                  </a:cubicBezTo>
                  <a:lnTo>
                    <a:pt x="124460" y="4086407"/>
                  </a:lnTo>
                  <a:cubicBezTo>
                    <a:pt x="88900" y="4086407"/>
                    <a:pt x="59690" y="4057197"/>
                    <a:pt x="59690" y="402163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9766714" y="59690"/>
                  </a:lnTo>
                  <a:moveTo>
                    <a:pt x="4976671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021637"/>
                  </a:lnTo>
                  <a:cubicBezTo>
                    <a:pt x="0" y="4090217"/>
                    <a:pt x="55880" y="4146097"/>
                    <a:pt x="124460" y="4146097"/>
                  </a:cubicBezTo>
                  <a:lnTo>
                    <a:pt x="49766714" y="4146097"/>
                  </a:lnTo>
                  <a:cubicBezTo>
                    <a:pt x="49835293" y="4146097"/>
                    <a:pt x="49891172" y="4090217"/>
                    <a:pt x="49891172" y="4021637"/>
                  </a:cubicBezTo>
                  <a:lnTo>
                    <a:pt x="49891172" y="124460"/>
                  </a:lnTo>
                  <a:cubicBezTo>
                    <a:pt x="49891172" y="55880"/>
                    <a:pt x="49835293" y="0"/>
                    <a:pt x="49766714" y="0"/>
                  </a:cubicBezTo>
                  <a:close/>
                </a:path>
              </a:pathLst>
            </a:custGeom>
            <a:solidFill>
              <a:srgbClr val="25314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94884" y="537281"/>
            <a:ext cx="1645920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0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5. </a:t>
            </a:r>
            <a:r>
              <a:rPr lang="ko-KR" altLang="en-US" sz="10000" dirty="0">
                <a:solidFill>
                  <a:srgbClr val="2531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우리 반 학급 규칙 확정하기</a:t>
            </a:r>
            <a:endParaRPr lang="en-US" sz="10000" dirty="0">
              <a:solidFill>
                <a:srgbClr val="25314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83356C5-D2FB-3747-9EFF-114F1F0A3C03}"/>
              </a:ext>
            </a:extLst>
          </p:cNvPr>
          <p:cNvSpPr txBox="1">
            <a:spLocks/>
          </p:cNvSpPr>
          <p:nvPr/>
        </p:nvSpPr>
        <p:spPr>
          <a:xfrm>
            <a:off x="1295400" y="2463145"/>
            <a:ext cx="17427591" cy="782385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우리 학급 공동체를 위한 규칙 만들기를 위해 가장 많은 스티커를 받은 문장 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10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위까지 순서대로 읽어 보겠습니다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endParaRPr lang="en-US" altLang="ko-KR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10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위까지 문장의 표현 중 추가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삭제 및 수정할 내용이 있는 지 </a:t>
            </a:r>
            <a:r>
              <a:rPr lang="ko-KR" altLang="en-US" sz="4000" kern="0" spc="-80" dirty="0" err="1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모둠별로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검토해주시기 바랍니다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endParaRPr lang="en-US" altLang="ko-KR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10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위까지 순위권에 들지 않았지만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전지에 적힌 내용 중 다시 토의해 볼만한 내용이 있는지 </a:t>
            </a:r>
            <a:b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살펴봐 주시기 바랍니다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endParaRPr lang="en-US" altLang="ko-KR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우리들이 </a:t>
            </a: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함께 만든 학급규칙은 학기 중 개정의 필요와 학생들의 제안이 있을 때 </a:t>
            </a:r>
            <a:endParaRPr lang="en-US" altLang="ko-KR" sz="4000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학급회의를 통해 수정할 수 있습니다</a:t>
            </a:r>
            <a:r>
              <a:rPr lang="en-US" altLang="ko-KR" sz="4000" dirty="0"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endParaRPr lang="en-US" altLang="ko-KR" dirty="0"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  <a:p>
            <a:pPr marL="12700" marR="12700" indent="0" fontAlgn="base">
              <a:spcBef>
                <a:spcPts val="0"/>
              </a:spcBef>
              <a:buFont typeface="Arial" pitchFamily="34" charset="0"/>
              <a:buNone/>
            </a:pP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학급 게시판에 오늘 결정된 내용이 게시되는 즉시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, 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학급 규칙의 효력이 발생합니다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 </a:t>
            </a:r>
            <a:b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</a:b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모두 잘  </a:t>
            </a:r>
            <a:r>
              <a:rPr lang="ko-KR" altLang="en-US" sz="4000" kern="0" spc="-80" dirty="0" err="1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지켜주시길</a:t>
            </a:r>
            <a:r>
              <a:rPr lang="ko-KR" altLang="en-US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 바랍니다</a:t>
            </a:r>
            <a:r>
              <a:rPr lang="en-US" altLang="ko-KR" sz="4000" kern="0" spc="-80" dirty="0">
                <a:solidFill>
                  <a:srgbClr val="000000"/>
                </a:solidFill>
                <a:latin typeface="Cafe24 Dongdong" panose="03000600000000000000" pitchFamily="66" charset="-127"/>
                <a:ea typeface="Cafe24 Dongdong" panose="03000600000000000000" pitchFamily="66" charset="-127"/>
              </a:rPr>
              <a:t>.</a:t>
            </a:r>
            <a:endParaRPr lang="ko-KR" altLang="en-US" sz="4000" kern="0" spc="-80" dirty="0">
              <a:solidFill>
                <a:srgbClr val="000000"/>
              </a:solidFill>
              <a:latin typeface="Cafe24 Dongdong" panose="03000600000000000000" pitchFamily="66" charset="-127"/>
              <a:ea typeface="Cafe24 Dongdong" panose="03000600000000000000" pitchFamily="66" charset="-127"/>
            </a:endParaRPr>
          </a:p>
        </p:txBody>
      </p:sp>
      <p:sp>
        <p:nvSpPr>
          <p:cNvPr id="42" name="Freeform 4">
            <a:extLst>
              <a:ext uri="{FF2B5EF4-FFF2-40B4-BE49-F238E27FC236}">
                <a16:creationId xmlns:a16="http://schemas.microsoft.com/office/drawing/2014/main" id="{63597EE5-4262-B47C-9FA5-E245D8787201}"/>
              </a:ext>
            </a:extLst>
          </p:cNvPr>
          <p:cNvSpPr/>
          <p:nvPr/>
        </p:nvSpPr>
        <p:spPr>
          <a:xfrm>
            <a:off x="16611600" y="8496300"/>
            <a:ext cx="1533916" cy="1603903"/>
          </a:xfrm>
          <a:custGeom>
            <a:avLst/>
            <a:gdLst/>
            <a:ahLst/>
            <a:cxnLst/>
            <a:rect l="l" t="t" r="r" b="b"/>
            <a:pathLst>
              <a:path w="1315116" h="1375121">
                <a:moveTo>
                  <a:pt x="0" y="0"/>
                </a:moveTo>
                <a:lnTo>
                  <a:pt x="1315115" y="0"/>
                </a:lnTo>
                <a:lnTo>
                  <a:pt x="1315115" y="1375120"/>
                </a:lnTo>
                <a:lnTo>
                  <a:pt x="0" y="1375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628BACF-7BE0-83DE-DDF7-6126BCFF6A47}"/>
              </a:ext>
            </a:extLst>
          </p:cNvPr>
          <p:cNvGrpSpPr/>
          <p:nvPr/>
        </p:nvGrpSpPr>
        <p:grpSpPr>
          <a:xfrm>
            <a:off x="383561" y="2614670"/>
            <a:ext cx="850066" cy="850066"/>
            <a:chOff x="6877140" y="3504511"/>
            <a:chExt cx="850066" cy="850066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41FFFCA-8E95-FA95-6100-5D653684D241}"/>
                </a:ext>
              </a:extLst>
            </p:cNvPr>
            <p:cNvGrpSpPr/>
            <p:nvPr/>
          </p:nvGrpSpPr>
          <p:grpSpPr>
            <a:xfrm>
              <a:off x="6877140" y="3504511"/>
              <a:ext cx="850066" cy="850066"/>
              <a:chOff x="1595502" y="3607635"/>
              <a:chExt cx="850066" cy="850066"/>
            </a:xfrm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43A675D-3573-0CF5-1DE0-7389E4A9D70C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2DF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C2DF92"/>
                  </a:solidFill>
                </a:endParaRPr>
              </a:p>
            </p:txBody>
          </p: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8A6D8100-6D5D-B07D-6C47-61484F691C23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여기어때 잘난체 OTF" panose="020B0600000101010101" pitchFamily="34" charset="-127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0B11EF-88EC-3F66-0B46-C0A432B31E8B}"/>
                </a:ext>
              </a:extLst>
            </p:cNvPr>
            <p:cNvSpPr txBox="1"/>
            <p:nvPr/>
          </p:nvSpPr>
          <p:spPr>
            <a:xfrm>
              <a:off x="7030951" y="354667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2DF92"/>
                  </a:solidFill>
                  <a:latin typeface="+mj-lt"/>
                  <a:ea typeface="Cafe24 Dongdong" panose="03000600000000000000" pitchFamily="66" charset="-127"/>
                </a:rPr>
                <a:t>1</a:t>
              </a:r>
              <a:endParaRPr lang="ko-KR" altLang="en-US" sz="4400" dirty="0">
                <a:solidFill>
                  <a:srgbClr val="C2DF92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8317CCB-C1A2-8834-5366-BAB0C0D7C299}"/>
              </a:ext>
            </a:extLst>
          </p:cNvPr>
          <p:cNvGrpSpPr/>
          <p:nvPr/>
        </p:nvGrpSpPr>
        <p:grpSpPr>
          <a:xfrm>
            <a:off x="383561" y="4104369"/>
            <a:ext cx="850066" cy="850066"/>
            <a:chOff x="12308749" y="3506093"/>
            <a:chExt cx="850066" cy="850066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F527EBED-97FA-9172-44ED-441D64224DE1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591EC6DC-DDDA-34A0-034E-F71AA50B5D7B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CEAA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95B50002-ABC9-43A0-7676-EBF6304D1E47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FA80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8329A3E-1698-7A4C-3129-066CFB7AF43C}"/>
                </a:ext>
              </a:extLst>
            </p:cNvPr>
            <p:cNvSpPr txBox="1"/>
            <p:nvPr/>
          </p:nvSpPr>
          <p:spPr>
            <a:xfrm>
              <a:off x="12472537" y="3550698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CEAAE8"/>
                  </a:solidFill>
                  <a:latin typeface="+mj-lt"/>
                  <a:ea typeface="Cafe24 Dongdong" panose="03000600000000000000" pitchFamily="66" charset="-127"/>
                </a:rPr>
                <a:t>2</a:t>
              </a:r>
              <a:endParaRPr lang="ko-KR" altLang="en-US" sz="4400" dirty="0">
                <a:solidFill>
                  <a:srgbClr val="CEAAE8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0AA9F71-CCE0-0C91-F1CD-E8C385A34F3C}"/>
              </a:ext>
            </a:extLst>
          </p:cNvPr>
          <p:cNvGrpSpPr/>
          <p:nvPr/>
        </p:nvGrpSpPr>
        <p:grpSpPr>
          <a:xfrm>
            <a:off x="389375" y="5719686"/>
            <a:ext cx="850066" cy="850066"/>
            <a:chOff x="12308749" y="3506093"/>
            <a:chExt cx="850066" cy="850066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C21D63F6-5B15-B51A-1CE7-B00340023068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6D833D84-5052-6945-6424-4C278DB1F015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213E7E4-2BA2-D1A3-61A4-A9E78147BE4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8C2D6E2-E46E-F41C-9CDD-33AB7F6A4C7F}"/>
                </a:ext>
              </a:extLst>
            </p:cNvPr>
            <p:cNvSpPr txBox="1"/>
            <p:nvPr/>
          </p:nvSpPr>
          <p:spPr>
            <a:xfrm>
              <a:off x="12464713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FAC090"/>
                  </a:solidFill>
                  <a:latin typeface="+mj-lt"/>
                  <a:ea typeface="Cafe24 Dongdong" panose="03000600000000000000" pitchFamily="66" charset="-127"/>
                </a:rPr>
                <a:t>3</a:t>
              </a:r>
              <a:endParaRPr lang="ko-KR" altLang="en-US" sz="4400" dirty="0">
                <a:solidFill>
                  <a:srgbClr val="FAC090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061913C-AAAA-55A4-412D-F5E9BBF8D171}"/>
              </a:ext>
            </a:extLst>
          </p:cNvPr>
          <p:cNvGrpSpPr/>
          <p:nvPr/>
        </p:nvGrpSpPr>
        <p:grpSpPr>
          <a:xfrm>
            <a:off x="383561" y="7209384"/>
            <a:ext cx="850066" cy="850066"/>
            <a:chOff x="12308749" y="3506093"/>
            <a:chExt cx="850066" cy="850066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78445885-B98D-0BF0-07DF-DA5B28128A54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87AA0EEB-3EAA-E1F3-9370-1124D6724361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8D1EEDFD-B75C-5BB3-9C6E-5A8758706686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D7622F4-0508-0077-BB22-19304ECF52BF}"/>
                </a:ext>
              </a:extLst>
            </p:cNvPr>
            <p:cNvSpPr txBox="1"/>
            <p:nvPr/>
          </p:nvSpPr>
          <p:spPr>
            <a:xfrm>
              <a:off x="12433799" y="3549201"/>
              <a:ext cx="5341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rgbClr val="A6A6A6"/>
                  </a:solidFill>
                  <a:latin typeface="+mj-lt"/>
                  <a:ea typeface="Cafe24 Dongdong" panose="03000600000000000000" pitchFamily="66" charset="-127"/>
                </a:rPr>
                <a:t>4</a:t>
              </a:r>
              <a:endParaRPr lang="ko-KR" altLang="en-US" sz="4400" dirty="0">
                <a:solidFill>
                  <a:srgbClr val="A6A6A6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B6BF9553-F8E1-0E2B-9BDD-FA892D041292}"/>
              </a:ext>
            </a:extLst>
          </p:cNvPr>
          <p:cNvGrpSpPr/>
          <p:nvPr/>
        </p:nvGrpSpPr>
        <p:grpSpPr>
          <a:xfrm>
            <a:off x="389376" y="8734810"/>
            <a:ext cx="850066" cy="850066"/>
            <a:chOff x="12308749" y="3506093"/>
            <a:chExt cx="850066" cy="850066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6BC71C87-2724-8390-1132-213FC244E3E2}"/>
                </a:ext>
              </a:extLst>
            </p:cNvPr>
            <p:cNvGrpSpPr/>
            <p:nvPr/>
          </p:nvGrpSpPr>
          <p:grpSpPr>
            <a:xfrm>
              <a:off x="12308749" y="3506093"/>
              <a:ext cx="850066" cy="850066"/>
              <a:chOff x="1595502" y="3607635"/>
              <a:chExt cx="850066" cy="85006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950F5F7F-DC89-AA67-84E6-6724CDAD9B6D}"/>
                  </a:ext>
                </a:extLst>
              </p:cNvPr>
              <p:cNvSpPr/>
              <p:nvPr/>
            </p:nvSpPr>
            <p:spPr>
              <a:xfrm>
                <a:off x="1595502" y="3607635"/>
                <a:ext cx="850066" cy="850066"/>
              </a:xfrm>
              <a:prstGeom prst="ellipse">
                <a:avLst/>
              </a:prstGeom>
              <a:solidFill>
                <a:srgbClr val="5DA1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4179D905-6608-C909-DA98-A8DFBA0DCC2B}"/>
                  </a:ext>
                </a:extLst>
              </p:cNvPr>
              <p:cNvSpPr/>
              <p:nvPr/>
            </p:nvSpPr>
            <p:spPr>
              <a:xfrm>
                <a:off x="1666344" y="3678477"/>
                <a:ext cx="708383" cy="7083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rgbClr val="FAC090"/>
                  </a:solidFill>
                  <a:latin typeface="+mj-lt"/>
                  <a:ea typeface="여기어때 잘난체 OTF" panose="020B0600000101010101" pitchFamily="34" charset="-127"/>
                </a:endParaRPr>
              </a:p>
            </p:txBody>
          </p: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1217B46-FADD-5D61-BF90-AFD073150234}"/>
                </a:ext>
              </a:extLst>
            </p:cNvPr>
            <p:cNvSpPr txBox="1"/>
            <p:nvPr/>
          </p:nvSpPr>
          <p:spPr>
            <a:xfrm>
              <a:off x="12466721" y="3576935"/>
              <a:ext cx="5341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>
                  <a:solidFill>
                    <a:srgbClr val="5DA1DF"/>
                  </a:solidFill>
                  <a:latin typeface="+mj-lt"/>
                  <a:ea typeface="Cafe24 Dongdong" panose="03000600000000000000" pitchFamily="66" charset="-127"/>
                </a:rPr>
                <a:t>5</a:t>
              </a:r>
              <a:endParaRPr lang="ko-KR" altLang="en-US" sz="4400" dirty="0">
                <a:solidFill>
                  <a:srgbClr val="5DA1DF"/>
                </a:solidFill>
                <a:latin typeface="+mj-lt"/>
                <a:ea typeface="Cafe24 Dongdong" panose="03000600000000000000" pitchFamily="66" charset="-127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자주쓰는 글꼴">
      <a:majorFont>
        <a:latin typeface="나눔스퀘어라운드 ExtraBold"/>
        <a:ea typeface="Cafe24 Dongdong OTF"/>
        <a:cs typeface=""/>
      </a:majorFont>
      <a:minorFont>
        <a:latin typeface="나눔스퀘어라운드 ExtraBold"/>
        <a:ea typeface="Cafe24 Dongdong OTF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4327A1CB8A7094A86978F77800AA2DA" ma:contentTypeVersion="12" ma:contentTypeDescription="새 문서를 만듭니다." ma:contentTypeScope="" ma:versionID="d342eb9edaf3769a455ef738593672e3">
  <xsd:schema xmlns:xsd="http://www.w3.org/2001/XMLSchema" xmlns:xs="http://www.w3.org/2001/XMLSchema" xmlns:p="http://schemas.microsoft.com/office/2006/metadata/properties" xmlns:ns3="ba3720a0-9279-45f2-8a9d-14c7c18b7e3e" targetNamespace="http://schemas.microsoft.com/office/2006/metadata/properties" ma:root="true" ma:fieldsID="d95077ae5c01a27fa64f4cec703c4d43" ns3:_="">
    <xsd:import namespace="ba3720a0-9279-45f2-8a9d-14c7c18b7e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720a0-9279-45f2-8a9d-14c7c18b7e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1095C2-9356-4219-BF22-B5795F54D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720a0-9279-45f2-8a9d-14c7c18b7e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175241-3EAF-48FC-AF72-D04DDAA268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F0A5F8-0A8A-417A-8226-50970D65D824}">
  <ds:schemaRefs>
    <ds:schemaRef ds:uri="http://purl.org/dc/terms/"/>
    <ds:schemaRef ds:uri="http://schemas.openxmlformats.org/package/2006/metadata/core-properties"/>
    <ds:schemaRef ds:uri="ba3720a0-9279-45f2-8a9d-14c7c18b7e3e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1217</Words>
  <Application>Microsoft Office PowerPoint</Application>
  <PresentationFormat>사용자 지정</PresentationFormat>
  <Paragraphs>191</Paragraphs>
  <Slides>18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Cafe24 Dongdong OTF</vt:lpstr>
      <vt:lpstr>Arial</vt:lpstr>
      <vt:lpstr>나눔스퀘어라운드 ExtraBold</vt:lpstr>
      <vt:lpstr>맑은 고딕</vt:lpstr>
      <vt:lpstr>Cafe24 Dongdong</vt:lpstr>
      <vt:lpstr>여기어때 잘난체 OTF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2023.인권교육(고등학생)</dc:title>
  <dc:creator>ADMIN</dc:creator>
  <cp:lastModifiedBy>김현진</cp:lastModifiedBy>
  <cp:revision>35</cp:revision>
  <dcterms:created xsi:type="dcterms:W3CDTF">2006-08-16T00:00:00Z</dcterms:created>
  <dcterms:modified xsi:type="dcterms:W3CDTF">2024-02-22T04:46:29Z</dcterms:modified>
  <dc:identifier>DAFytsNlfiI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0x01010054327A1CB8A7094A86978F77800AA2DA</vt:lpwstr>
  </property>
</Properties>
</file>